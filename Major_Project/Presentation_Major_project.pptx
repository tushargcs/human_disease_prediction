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10.jpeg" ContentType="image/jpeg"/>
  <Override PartName="/ppt/media/image6.png" ContentType="image/png"/>
  <Override PartName="/ppt/media/image7.png" ContentType="image/png"/>
  <Override PartName="/ppt/media/image8.jpeg" ContentType="image/jpeg"/>
  <Override PartName="/ppt/media/image9.jpeg" ContentType="image/jpeg"/>
  <Override PartName="/ppt/media/image11.jpeg" ContentType="image/jpeg"/>
  <Override PartName="/ppt/presProps.xml" ContentType="application/vnd.openxmlformats-officedocument.presentationml.presPro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3"/>
          </p:nvPr>
        </p:nvSpPr>
        <p:spPr/>
        <p:txBody>
          <a:bodyPr/>
          <a:p>
            <a:fld id="{18E6B9DF-1360-4723-9B41-C4F08319D4B7}" type="slidenum">
              <a:t>&lt;#&gt;</a:t>
            </a:fld>
          </a:p>
        </p:txBody>
      </p:sp>
      <p:sp>
        <p:nvSpPr>
          <p:cNvPr id="4" name="PlaceHolder 3"/>
          <p:cNvSpPr>
            <a:spLocks noGrp="1"/>
          </p:cNvSpPr>
          <p:nvPr>
            <p:ph type="dt" idx="2"/>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7" name="PlaceHolder 2"/>
          <p:cNvSpPr>
            <a:spLocks noGrp="1"/>
          </p:cNvSpPr>
          <p:nvPr>
            <p:ph type="subTitle"/>
          </p:nvPr>
        </p:nvSpPr>
        <p:spPr>
          <a:xfrm>
            <a:off x="4261680" y="4736160"/>
            <a:ext cx="9764640" cy="2688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3"/>
          </p:nvPr>
        </p:nvSpPr>
        <p:spPr/>
        <p:txBody>
          <a:bodyPr/>
          <a:p>
            <a:fld id="{80BABB68-92BA-4A31-95A3-F0A9F1117517}" type="slidenum">
              <a:t>&lt;#&gt;</a:t>
            </a:fld>
          </a:p>
        </p:txBody>
      </p:sp>
      <p:sp>
        <p:nvSpPr>
          <p:cNvPr id="6" name="PlaceHolder 5"/>
          <p:cNvSpPr>
            <a:spLocks noGrp="1"/>
          </p:cNvSpPr>
          <p:nvPr>
            <p:ph type="dt" idx="2"/>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9" name="PlaceHolder 2"/>
          <p:cNvSpPr>
            <a:spLocks noGrp="1"/>
          </p:cNvSpPr>
          <p:nvPr>
            <p:ph/>
          </p:nvPr>
        </p:nvSpPr>
        <p:spPr>
          <a:xfrm>
            <a:off x="4261680" y="4736160"/>
            <a:ext cx="976464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3"/>
          </p:nvPr>
        </p:nvSpPr>
        <p:spPr/>
        <p:txBody>
          <a:bodyPr/>
          <a:p>
            <a:fld id="{D2AE7253-D7ED-435E-A7A5-33D8C68EB054}" type="slidenum">
              <a:t>&lt;#&gt;</a:t>
            </a:fld>
          </a:p>
        </p:txBody>
      </p:sp>
      <p:sp>
        <p:nvSpPr>
          <p:cNvPr id="6" name="PlaceHolder 5"/>
          <p:cNvSpPr>
            <a:spLocks noGrp="1"/>
          </p:cNvSpPr>
          <p:nvPr>
            <p:ph type="dt" idx="2"/>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11" name="PlaceHolder 2"/>
          <p:cNvSpPr>
            <a:spLocks noGrp="1"/>
          </p:cNvSpPr>
          <p:nvPr>
            <p:ph/>
          </p:nvPr>
        </p:nvSpPr>
        <p:spPr>
          <a:xfrm>
            <a:off x="426168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12" name="PlaceHolder 3"/>
          <p:cNvSpPr>
            <a:spLocks noGrp="1"/>
          </p:cNvSpPr>
          <p:nvPr>
            <p:ph/>
          </p:nvPr>
        </p:nvSpPr>
        <p:spPr>
          <a:xfrm>
            <a:off x="926532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3"/>
          </p:nvPr>
        </p:nvSpPr>
        <p:spPr/>
        <p:txBody>
          <a:bodyPr/>
          <a:p>
            <a:fld id="{146FA2F9-2335-4AB1-85BA-AF6F1C37D181}" type="slidenum">
              <a:t>&lt;#&gt;</a:t>
            </a:fld>
          </a:p>
        </p:txBody>
      </p:sp>
      <p:sp>
        <p:nvSpPr>
          <p:cNvPr id="7" name="PlaceHolder 6"/>
          <p:cNvSpPr>
            <a:spLocks noGrp="1"/>
          </p:cNvSpPr>
          <p:nvPr>
            <p:ph type="dt" idx="2"/>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3"/>
          </p:nvPr>
        </p:nvSpPr>
        <p:spPr/>
        <p:txBody>
          <a:bodyPr/>
          <a:p>
            <a:fld id="{2105EED9-538F-492C-8DEC-144E6A5B9868}" type="slidenum">
              <a:t>&lt;#&gt;</a:t>
            </a:fld>
          </a:p>
        </p:txBody>
      </p:sp>
      <p:sp>
        <p:nvSpPr>
          <p:cNvPr id="5" name="PlaceHolder 4"/>
          <p:cNvSpPr>
            <a:spLocks noGrp="1"/>
          </p:cNvSpPr>
          <p:nvPr>
            <p:ph type="dt" idx="2"/>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2423160" y="2064960"/>
            <a:ext cx="13441680" cy="34221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3"/>
          </p:nvPr>
        </p:nvSpPr>
        <p:spPr/>
        <p:txBody>
          <a:bodyPr/>
          <a:p>
            <a:fld id="{97B504E6-40F6-42CD-B8B4-766FC43FA1C2}" type="slidenum">
              <a:t>&lt;#&gt;</a:t>
            </a:fld>
          </a:p>
        </p:txBody>
      </p:sp>
      <p:sp>
        <p:nvSpPr>
          <p:cNvPr id="5" name="PlaceHolder 4"/>
          <p:cNvSpPr>
            <a:spLocks noGrp="1"/>
          </p:cNvSpPr>
          <p:nvPr>
            <p:ph type="dt" idx="2"/>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16" name="PlaceHolder 2"/>
          <p:cNvSpPr>
            <a:spLocks noGrp="1"/>
          </p:cNvSpPr>
          <p:nvPr>
            <p:ph/>
          </p:nvPr>
        </p:nvSpPr>
        <p:spPr>
          <a:xfrm>
            <a:off x="426168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17" name="PlaceHolder 3"/>
          <p:cNvSpPr>
            <a:spLocks noGrp="1"/>
          </p:cNvSpPr>
          <p:nvPr>
            <p:ph/>
          </p:nvPr>
        </p:nvSpPr>
        <p:spPr>
          <a:xfrm>
            <a:off x="926532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18" name="PlaceHolder 4"/>
          <p:cNvSpPr>
            <a:spLocks noGrp="1"/>
          </p:cNvSpPr>
          <p:nvPr>
            <p:ph/>
          </p:nvPr>
        </p:nvSpPr>
        <p:spPr>
          <a:xfrm>
            <a:off x="426168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3"/>
          </p:nvPr>
        </p:nvSpPr>
        <p:spPr/>
        <p:txBody>
          <a:bodyPr/>
          <a:p>
            <a:fld id="{7F13F240-C382-4A8B-9CB3-ABFC133E6969}" type="slidenum">
              <a:t>&lt;#&gt;</a:t>
            </a:fld>
          </a:p>
        </p:txBody>
      </p:sp>
      <p:sp>
        <p:nvSpPr>
          <p:cNvPr id="8" name="PlaceHolder 7"/>
          <p:cNvSpPr>
            <a:spLocks noGrp="1"/>
          </p:cNvSpPr>
          <p:nvPr>
            <p:ph type="dt" idx="2"/>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20" name="PlaceHolder 2"/>
          <p:cNvSpPr>
            <a:spLocks noGrp="1"/>
          </p:cNvSpPr>
          <p:nvPr>
            <p:ph/>
          </p:nvPr>
        </p:nvSpPr>
        <p:spPr>
          <a:xfrm>
            <a:off x="426168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21" name="PlaceHolder 3"/>
          <p:cNvSpPr>
            <a:spLocks noGrp="1"/>
          </p:cNvSpPr>
          <p:nvPr>
            <p:ph/>
          </p:nvPr>
        </p:nvSpPr>
        <p:spPr>
          <a:xfrm>
            <a:off x="926532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22" name="PlaceHolder 4"/>
          <p:cNvSpPr>
            <a:spLocks noGrp="1"/>
          </p:cNvSpPr>
          <p:nvPr>
            <p:ph/>
          </p:nvPr>
        </p:nvSpPr>
        <p:spPr>
          <a:xfrm>
            <a:off x="926532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3"/>
          </p:nvPr>
        </p:nvSpPr>
        <p:spPr/>
        <p:txBody>
          <a:bodyPr/>
          <a:p>
            <a:fld id="{2E91E871-B098-4BEE-B863-A1B9E2BB7A68}" type="slidenum">
              <a:t>&lt;#&gt;</a:t>
            </a:fld>
          </a:p>
        </p:txBody>
      </p:sp>
      <p:sp>
        <p:nvSpPr>
          <p:cNvPr id="8" name="PlaceHolder 7"/>
          <p:cNvSpPr>
            <a:spLocks noGrp="1"/>
          </p:cNvSpPr>
          <p:nvPr>
            <p:ph type="dt" idx="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24" name="PlaceHolder 2"/>
          <p:cNvSpPr>
            <a:spLocks noGrp="1"/>
          </p:cNvSpPr>
          <p:nvPr>
            <p:ph/>
          </p:nvPr>
        </p:nvSpPr>
        <p:spPr>
          <a:xfrm>
            <a:off x="426168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25" name="PlaceHolder 3"/>
          <p:cNvSpPr>
            <a:spLocks noGrp="1"/>
          </p:cNvSpPr>
          <p:nvPr>
            <p:ph/>
          </p:nvPr>
        </p:nvSpPr>
        <p:spPr>
          <a:xfrm>
            <a:off x="926532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26" name="PlaceHolder 4"/>
          <p:cNvSpPr>
            <a:spLocks noGrp="1"/>
          </p:cNvSpPr>
          <p:nvPr>
            <p:ph/>
          </p:nvPr>
        </p:nvSpPr>
        <p:spPr>
          <a:xfrm>
            <a:off x="4261680" y="6140160"/>
            <a:ext cx="976464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3"/>
          </p:nvPr>
        </p:nvSpPr>
        <p:spPr/>
        <p:txBody>
          <a:bodyPr/>
          <a:p>
            <a:fld id="{622C2C8E-4818-4C8C-A4B4-40DF30B528CD}" type="slidenum">
              <a:t>&lt;#&gt;</a:t>
            </a:fld>
          </a:p>
        </p:txBody>
      </p:sp>
      <p:sp>
        <p:nvSpPr>
          <p:cNvPr id="8" name="PlaceHolder 7"/>
          <p:cNvSpPr>
            <a:spLocks noGrp="1"/>
          </p:cNvSpPr>
          <p:nvPr>
            <p:ph type="dt" idx="2"/>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28" name="PlaceHolder 2"/>
          <p:cNvSpPr>
            <a:spLocks noGrp="1"/>
          </p:cNvSpPr>
          <p:nvPr>
            <p:ph/>
          </p:nvPr>
        </p:nvSpPr>
        <p:spPr>
          <a:xfrm>
            <a:off x="4261680" y="4736160"/>
            <a:ext cx="976464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29" name="PlaceHolder 3"/>
          <p:cNvSpPr>
            <a:spLocks noGrp="1"/>
          </p:cNvSpPr>
          <p:nvPr>
            <p:ph/>
          </p:nvPr>
        </p:nvSpPr>
        <p:spPr>
          <a:xfrm>
            <a:off x="4261680" y="6140160"/>
            <a:ext cx="976464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3"/>
          </p:nvPr>
        </p:nvSpPr>
        <p:spPr/>
        <p:txBody>
          <a:bodyPr/>
          <a:p>
            <a:fld id="{DEE4EDFF-014A-4EAE-85A6-CA0A3AE6C4DE}" type="slidenum">
              <a:t>&lt;#&gt;</a:t>
            </a:fld>
          </a:p>
        </p:txBody>
      </p:sp>
      <p:sp>
        <p:nvSpPr>
          <p:cNvPr id="7" name="PlaceHolder 6"/>
          <p:cNvSpPr>
            <a:spLocks noGrp="1"/>
          </p:cNvSpPr>
          <p:nvPr>
            <p:ph type="dt" idx="2"/>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31" name="PlaceHolder 2"/>
          <p:cNvSpPr>
            <a:spLocks noGrp="1"/>
          </p:cNvSpPr>
          <p:nvPr>
            <p:ph/>
          </p:nvPr>
        </p:nvSpPr>
        <p:spPr>
          <a:xfrm>
            <a:off x="426168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32" name="PlaceHolder 3"/>
          <p:cNvSpPr>
            <a:spLocks noGrp="1"/>
          </p:cNvSpPr>
          <p:nvPr>
            <p:ph/>
          </p:nvPr>
        </p:nvSpPr>
        <p:spPr>
          <a:xfrm>
            <a:off x="926532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33" name="PlaceHolder 4"/>
          <p:cNvSpPr>
            <a:spLocks noGrp="1"/>
          </p:cNvSpPr>
          <p:nvPr>
            <p:ph/>
          </p:nvPr>
        </p:nvSpPr>
        <p:spPr>
          <a:xfrm>
            <a:off x="426168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34" name="PlaceHolder 5"/>
          <p:cNvSpPr>
            <a:spLocks noGrp="1"/>
          </p:cNvSpPr>
          <p:nvPr>
            <p:ph/>
          </p:nvPr>
        </p:nvSpPr>
        <p:spPr>
          <a:xfrm>
            <a:off x="926532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3"/>
          </p:nvPr>
        </p:nvSpPr>
        <p:spPr/>
        <p:txBody>
          <a:bodyPr/>
          <a:p>
            <a:fld id="{CFA15994-3F3E-499C-BF88-DBB28D732694}" type="slidenum">
              <a:t>&lt;#&gt;</a:t>
            </a:fld>
          </a:p>
        </p:txBody>
      </p:sp>
      <p:sp>
        <p:nvSpPr>
          <p:cNvPr id="9" name="PlaceHolder 8"/>
          <p:cNvSpPr>
            <a:spLocks noGrp="1"/>
          </p:cNvSpPr>
          <p:nvPr>
            <p:ph type="dt" idx="2"/>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36" name="PlaceHolder 2"/>
          <p:cNvSpPr>
            <a:spLocks noGrp="1"/>
          </p:cNvSpPr>
          <p:nvPr>
            <p:ph/>
          </p:nvPr>
        </p:nvSpPr>
        <p:spPr>
          <a:xfrm>
            <a:off x="4261680" y="4736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37" name="PlaceHolder 3"/>
          <p:cNvSpPr>
            <a:spLocks noGrp="1"/>
          </p:cNvSpPr>
          <p:nvPr>
            <p:ph/>
          </p:nvPr>
        </p:nvSpPr>
        <p:spPr>
          <a:xfrm>
            <a:off x="7563240" y="4736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38" name="PlaceHolder 4"/>
          <p:cNvSpPr>
            <a:spLocks noGrp="1"/>
          </p:cNvSpPr>
          <p:nvPr>
            <p:ph/>
          </p:nvPr>
        </p:nvSpPr>
        <p:spPr>
          <a:xfrm>
            <a:off x="10864440" y="4736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39" name="PlaceHolder 5"/>
          <p:cNvSpPr>
            <a:spLocks noGrp="1"/>
          </p:cNvSpPr>
          <p:nvPr>
            <p:ph/>
          </p:nvPr>
        </p:nvSpPr>
        <p:spPr>
          <a:xfrm>
            <a:off x="4261680" y="6140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40" name="PlaceHolder 6"/>
          <p:cNvSpPr>
            <a:spLocks noGrp="1"/>
          </p:cNvSpPr>
          <p:nvPr>
            <p:ph/>
          </p:nvPr>
        </p:nvSpPr>
        <p:spPr>
          <a:xfrm>
            <a:off x="7563240" y="6140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41" name="PlaceHolder 7"/>
          <p:cNvSpPr>
            <a:spLocks noGrp="1"/>
          </p:cNvSpPr>
          <p:nvPr>
            <p:ph/>
          </p:nvPr>
        </p:nvSpPr>
        <p:spPr>
          <a:xfrm>
            <a:off x="10864440" y="6140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3"/>
          </p:nvPr>
        </p:nvSpPr>
        <p:spPr/>
        <p:txBody>
          <a:bodyPr/>
          <a:p>
            <a:fld id="{A316F750-94EC-4E22-B5CD-F0FA064607F5}" type="slidenum">
              <a:t>&lt;#&gt;</a:t>
            </a:fld>
          </a:p>
        </p:txBody>
      </p:sp>
      <p:sp>
        <p:nvSpPr>
          <p:cNvPr id="11" name="PlaceHolder 10"/>
          <p:cNvSpPr>
            <a:spLocks noGrp="1"/>
          </p:cNvSpPr>
          <p:nvPr>
            <p:ph type="dt" idx="2"/>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6"/>
          </p:nvPr>
        </p:nvSpPr>
        <p:spPr/>
        <p:txBody>
          <a:bodyPr/>
          <a:p>
            <a:fld id="{9BF1F0D5-92E8-4023-BC40-BB21180557A1}" type="slidenum">
              <a:t>&lt;#&gt;</a:t>
            </a:fld>
          </a:p>
        </p:txBody>
      </p:sp>
      <p:sp>
        <p:nvSpPr>
          <p:cNvPr id="4" name="PlaceHolder 3"/>
          <p:cNvSpPr>
            <a:spLocks noGrp="1"/>
          </p:cNvSpPr>
          <p:nvPr>
            <p:ph type="dt" idx="5"/>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48" name="PlaceHolder 2"/>
          <p:cNvSpPr>
            <a:spLocks noGrp="1"/>
          </p:cNvSpPr>
          <p:nvPr>
            <p:ph type="subTitle"/>
          </p:nvPr>
        </p:nvSpPr>
        <p:spPr>
          <a:xfrm>
            <a:off x="4261680" y="4736160"/>
            <a:ext cx="9764640" cy="2688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6"/>
          </p:nvPr>
        </p:nvSpPr>
        <p:spPr/>
        <p:txBody>
          <a:bodyPr/>
          <a:p>
            <a:fld id="{55E39C49-7309-43C1-BE53-2FDA8E27B18B}" type="slidenum">
              <a:t>&lt;#&gt;</a:t>
            </a:fld>
          </a:p>
        </p:txBody>
      </p:sp>
      <p:sp>
        <p:nvSpPr>
          <p:cNvPr id="6" name="PlaceHolder 5"/>
          <p:cNvSpPr>
            <a:spLocks noGrp="1"/>
          </p:cNvSpPr>
          <p:nvPr>
            <p:ph type="dt" idx="5"/>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50" name="PlaceHolder 2"/>
          <p:cNvSpPr>
            <a:spLocks noGrp="1"/>
          </p:cNvSpPr>
          <p:nvPr>
            <p:ph/>
          </p:nvPr>
        </p:nvSpPr>
        <p:spPr>
          <a:xfrm>
            <a:off x="4261680" y="4736160"/>
            <a:ext cx="976464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6"/>
          </p:nvPr>
        </p:nvSpPr>
        <p:spPr/>
        <p:txBody>
          <a:bodyPr/>
          <a:p>
            <a:fld id="{9710203C-5020-48F8-AF77-2770251BA429}" type="slidenum">
              <a:t>&lt;#&gt;</a:t>
            </a:fld>
          </a:p>
        </p:txBody>
      </p:sp>
      <p:sp>
        <p:nvSpPr>
          <p:cNvPr id="6" name="PlaceHolder 5"/>
          <p:cNvSpPr>
            <a:spLocks noGrp="1"/>
          </p:cNvSpPr>
          <p:nvPr>
            <p:ph type="dt" idx="5"/>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52" name="PlaceHolder 2"/>
          <p:cNvSpPr>
            <a:spLocks noGrp="1"/>
          </p:cNvSpPr>
          <p:nvPr>
            <p:ph/>
          </p:nvPr>
        </p:nvSpPr>
        <p:spPr>
          <a:xfrm>
            <a:off x="426168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53" name="PlaceHolder 3"/>
          <p:cNvSpPr>
            <a:spLocks noGrp="1"/>
          </p:cNvSpPr>
          <p:nvPr>
            <p:ph/>
          </p:nvPr>
        </p:nvSpPr>
        <p:spPr>
          <a:xfrm>
            <a:off x="926532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6"/>
          </p:nvPr>
        </p:nvSpPr>
        <p:spPr/>
        <p:txBody>
          <a:bodyPr/>
          <a:p>
            <a:fld id="{DDDC3B2A-B23C-465B-9C43-7FF8C06080F0}" type="slidenum">
              <a:t>&lt;#&gt;</a:t>
            </a:fld>
          </a:p>
        </p:txBody>
      </p:sp>
      <p:sp>
        <p:nvSpPr>
          <p:cNvPr id="7" name="PlaceHolder 6"/>
          <p:cNvSpPr>
            <a:spLocks noGrp="1"/>
          </p:cNvSpPr>
          <p:nvPr>
            <p:ph type="dt" idx="5"/>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6"/>
          </p:nvPr>
        </p:nvSpPr>
        <p:spPr/>
        <p:txBody>
          <a:bodyPr/>
          <a:p>
            <a:fld id="{B6D12797-9687-4CF5-AA30-C238D975D36D}" type="slidenum">
              <a:t>&lt;#&gt;</a:t>
            </a:fld>
          </a:p>
        </p:txBody>
      </p:sp>
      <p:sp>
        <p:nvSpPr>
          <p:cNvPr id="5" name="PlaceHolder 4"/>
          <p:cNvSpPr>
            <a:spLocks noGrp="1"/>
          </p:cNvSpPr>
          <p:nvPr>
            <p:ph type="dt" idx="5"/>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2423160" y="2064960"/>
            <a:ext cx="13441680" cy="34221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6"/>
          </p:nvPr>
        </p:nvSpPr>
        <p:spPr/>
        <p:txBody>
          <a:bodyPr/>
          <a:p>
            <a:fld id="{B0C2D171-3080-4086-A856-7BC6E9924D8E}" type="slidenum">
              <a:t>&lt;#&gt;</a:t>
            </a:fld>
          </a:p>
        </p:txBody>
      </p:sp>
      <p:sp>
        <p:nvSpPr>
          <p:cNvPr id="5" name="PlaceHolder 4"/>
          <p:cNvSpPr>
            <a:spLocks noGrp="1"/>
          </p:cNvSpPr>
          <p:nvPr>
            <p:ph type="dt" idx="5"/>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57" name="PlaceHolder 2"/>
          <p:cNvSpPr>
            <a:spLocks noGrp="1"/>
          </p:cNvSpPr>
          <p:nvPr>
            <p:ph/>
          </p:nvPr>
        </p:nvSpPr>
        <p:spPr>
          <a:xfrm>
            <a:off x="426168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58" name="PlaceHolder 3"/>
          <p:cNvSpPr>
            <a:spLocks noGrp="1"/>
          </p:cNvSpPr>
          <p:nvPr>
            <p:ph/>
          </p:nvPr>
        </p:nvSpPr>
        <p:spPr>
          <a:xfrm>
            <a:off x="926532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59" name="PlaceHolder 4"/>
          <p:cNvSpPr>
            <a:spLocks noGrp="1"/>
          </p:cNvSpPr>
          <p:nvPr>
            <p:ph/>
          </p:nvPr>
        </p:nvSpPr>
        <p:spPr>
          <a:xfrm>
            <a:off x="426168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6"/>
          </p:nvPr>
        </p:nvSpPr>
        <p:spPr/>
        <p:txBody>
          <a:bodyPr/>
          <a:p>
            <a:fld id="{4010C13E-1F79-4115-9562-F6F3795D3215}" type="slidenum">
              <a:t>&lt;#&gt;</a:t>
            </a:fld>
          </a:p>
        </p:txBody>
      </p:sp>
      <p:sp>
        <p:nvSpPr>
          <p:cNvPr id="8" name="PlaceHolder 7"/>
          <p:cNvSpPr>
            <a:spLocks noGrp="1"/>
          </p:cNvSpPr>
          <p:nvPr>
            <p:ph type="dt" idx="5"/>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61" name="PlaceHolder 2"/>
          <p:cNvSpPr>
            <a:spLocks noGrp="1"/>
          </p:cNvSpPr>
          <p:nvPr>
            <p:ph/>
          </p:nvPr>
        </p:nvSpPr>
        <p:spPr>
          <a:xfrm>
            <a:off x="4261680" y="4736160"/>
            <a:ext cx="4764960" cy="2688120"/>
          </a:xfrm>
          <a:prstGeom prst="rect">
            <a:avLst/>
          </a:prstGeom>
          <a:noFill/>
          <a:ln w="0">
            <a:noFill/>
          </a:ln>
        </p:spPr>
        <p:txBody>
          <a:bodyPr lIns="0" rIns="0" tIns="0" bIns="0" anchor="t">
            <a:normAutofit/>
          </a:bodyPr>
          <a:p>
            <a:endParaRPr b="0" lang="en-IN" sz="1800" spc="-1" strike="noStrike">
              <a:latin typeface="Calibri"/>
            </a:endParaRPr>
          </a:p>
        </p:txBody>
      </p:sp>
      <p:sp>
        <p:nvSpPr>
          <p:cNvPr id="62" name="PlaceHolder 3"/>
          <p:cNvSpPr>
            <a:spLocks noGrp="1"/>
          </p:cNvSpPr>
          <p:nvPr>
            <p:ph/>
          </p:nvPr>
        </p:nvSpPr>
        <p:spPr>
          <a:xfrm>
            <a:off x="926532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3" name="PlaceHolder 4"/>
          <p:cNvSpPr>
            <a:spLocks noGrp="1"/>
          </p:cNvSpPr>
          <p:nvPr>
            <p:ph/>
          </p:nvPr>
        </p:nvSpPr>
        <p:spPr>
          <a:xfrm>
            <a:off x="926532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6"/>
          </p:nvPr>
        </p:nvSpPr>
        <p:spPr/>
        <p:txBody>
          <a:bodyPr/>
          <a:p>
            <a:fld id="{06E00ED4-5437-49B9-A36F-9FB29FFF7CE9}" type="slidenum">
              <a:t>&lt;#&gt;</a:t>
            </a:fld>
          </a:p>
        </p:txBody>
      </p:sp>
      <p:sp>
        <p:nvSpPr>
          <p:cNvPr id="8" name="PlaceHolder 7"/>
          <p:cNvSpPr>
            <a:spLocks noGrp="1"/>
          </p:cNvSpPr>
          <p:nvPr>
            <p:ph type="dt" idx="5"/>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65" name="PlaceHolder 2"/>
          <p:cNvSpPr>
            <a:spLocks noGrp="1"/>
          </p:cNvSpPr>
          <p:nvPr>
            <p:ph/>
          </p:nvPr>
        </p:nvSpPr>
        <p:spPr>
          <a:xfrm>
            <a:off x="426168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6" name="PlaceHolder 3"/>
          <p:cNvSpPr>
            <a:spLocks noGrp="1"/>
          </p:cNvSpPr>
          <p:nvPr>
            <p:ph/>
          </p:nvPr>
        </p:nvSpPr>
        <p:spPr>
          <a:xfrm>
            <a:off x="926532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7" name="PlaceHolder 4"/>
          <p:cNvSpPr>
            <a:spLocks noGrp="1"/>
          </p:cNvSpPr>
          <p:nvPr>
            <p:ph/>
          </p:nvPr>
        </p:nvSpPr>
        <p:spPr>
          <a:xfrm>
            <a:off x="4261680" y="6140160"/>
            <a:ext cx="976464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6"/>
          </p:nvPr>
        </p:nvSpPr>
        <p:spPr/>
        <p:txBody>
          <a:bodyPr/>
          <a:p>
            <a:fld id="{EA31BBE4-73F3-4053-8EDA-53BACA2B4852}" type="slidenum">
              <a:t>&lt;#&gt;</a:t>
            </a:fld>
          </a:p>
        </p:txBody>
      </p:sp>
      <p:sp>
        <p:nvSpPr>
          <p:cNvPr id="8" name="PlaceHolder 7"/>
          <p:cNvSpPr>
            <a:spLocks noGrp="1"/>
          </p:cNvSpPr>
          <p:nvPr>
            <p:ph type="dt" idx="5"/>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69" name="PlaceHolder 2"/>
          <p:cNvSpPr>
            <a:spLocks noGrp="1"/>
          </p:cNvSpPr>
          <p:nvPr>
            <p:ph/>
          </p:nvPr>
        </p:nvSpPr>
        <p:spPr>
          <a:xfrm>
            <a:off x="4261680" y="4736160"/>
            <a:ext cx="976464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0" name="PlaceHolder 3"/>
          <p:cNvSpPr>
            <a:spLocks noGrp="1"/>
          </p:cNvSpPr>
          <p:nvPr>
            <p:ph/>
          </p:nvPr>
        </p:nvSpPr>
        <p:spPr>
          <a:xfrm>
            <a:off x="4261680" y="6140160"/>
            <a:ext cx="976464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6"/>
          </p:nvPr>
        </p:nvSpPr>
        <p:spPr/>
        <p:txBody>
          <a:bodyPr/>
          <a:p>
            <a:fld id="{40C842BA-491D-439F-9B3F-5BF3A01E4240}" type="slidenum">
              <a:t>&lt;#&gt;</a:t>
            </a:fld>
          </a:p>
        </p:txBody>
      </p:sp>
      <p:sp>
        <p:nvSpPr>
          <p:cNvPr id="7" name="PlaceHolder 6"/>
          <p:cNvSpPr>
            <a:spLocks noGrp="1"/>
          </p:cNvSpPr>
          <p:nvPr>
            <p:ph type="dt" idx="5"/>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72" name="PlaceHolder 2"/>
          <p:cNvSpPr>
            <a:spLocks noGrp="1"/>
          </p:cNvSpPr>
          <p:nvPr>
            <p:ph/>
          </p:nvPr>
        </p:nvSpPr>
        <p:spPr>
          <a:xfrm>
            <a:off x="426168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3" name="PlaceHolder 3"/>
          <p:cNvSpPr>
            <a:spLocks noGrp="1"/>
          </p:cNvSpPr>
          <p:nvPr>
            <p:ph/>
          </p:nvPr>
        </p:nvSpPr>
        <p:spPr>
          <a:xfrm>
            <a:off x="9265320" y="4736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4" name="PlaceHolder 4"/>
          <p:cNvSpPr>
            <a:spLocks noGrp="1"/>
          </p:cNvSpPr>
          <p:nvPr>
            <p:ph/>
          </p:nvPr>
        </p:nvSpPr>
        <p:spPr>
          <a:xfrm>
            <a:off x="426168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5" name="PlaceHolder 5"/>
          <p:cNvSpPr>
            <a:spLocks noGrp="1"/>
          </p:cNvSpPr>
          <p:nvPr>
            <p:ph/>
          </p:nvPr>
        </p:nvSpPr>
        <p:spPr>
          <a:xfrm>
            <a:off x="9265320" y="6140160"/>
            <a:ext cx="476496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6"/>
          </p:nvPr>
        </p:nvSpPr>
        <p:spPr/>
        <p:txBody>
          <a:bodyPr/>
          <a:p>
            <a:fld id="{AD3D233E-EB48-49FE-9C80-3473CCE92E34}" type="slidenum">
              <a:t>&lt;#&gt;</a:t>
            </a:fld>
          </a:p>
        </p:txBody>
      </p:sp>
      <p:sp>
        <p:nvSpPr>
          <p:cNvPr id="9" name="PlaceHolder 8"/>
          <p:cNvSpPr>
            <a:spLocks noGrp="1"/>
          </p:cNvSpPr>
          <p:nvPr>
            <p:ph type="dt" idx="5"/>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2423160" y="2064960"/>
            <a:ext cx="13441680" cy="738000"/>
          </a:xfrm>
          <a:prstGeom prst="rect">
            <a:avLst/>
          </a:prstGeom>
          <a:noFill/>
          <a:ln w="0">
            <a:noFill/>
          </a:ln>
        </p:spPr>
        <p:txBody>
          <a:bodyPr lIns="0" rIns="0" tIns="0" bIns="0" anchor="ctr">
            <a:noAutofit/>
          </a:bodyPr>
          <a:p>
            <a:pPr algn="ctr">
              <a:buNone/>
            </a:pPr>
            <a:endParaRPr b="0" lang="en-IN" sz="1800" spc="-1" strike="noStrike">
              <a:latin typeface="Calibri"/>
            </a:endParaRPr>
          </a:p>
        </p:txBody>
      </p:sp>
      <p:sp>
        <p:nvSpPr>
          <p:cNvPr id="77" name="PlaceHolder 2"/>
          <p:cNvSpPr>
            <a:spLocks noGrp="1"/>
          </p:cNvSpPr>
          <p:nvPr>
            <p:ph/>
          </p:nvPr>
        </p:nvSpPr>
        <p:spPr>
          <a:xfrm>
            <a:off x="4261680" y="4736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8" name="PlaceHolder 3"/>
          <p:cNvSpPr>
            <a:spLocks noGrp="1"/>
          </p:cNvSpPr>
          <p:nvPr>
            <p:ph/>
          </p:nvPr>
        </p:nvSpPr>
        <p:spPr>
          <a:xfrm>
            <a:off x="7563240" y="4736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79" name="PlaceHolder 4"/>
          <p:cNvSpPr>
            <a:spLocks noGrp="1"/>
          </p:cNvSpPr>
          <p:nvPr>
            <p:ph/>
          </p:nvPr>
        </p:nvSpPr>
        <p:spPr>
          <a:xfrm>
            <a:off x="10864440" y="4736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80" name="PlaceHolder 5"/>
          <p:cNvSpPr>
            <a:spLocks noGrp="1"/>
          </p:cNvSpPr>
          <p:nvPr>
            <p:ph/>
          </p:nvPr>
        </p:nvSpPr>
        <p:spPr>
          <a:xfrm>
            <a:off x="4261680" y="6140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81" name="PlaceHolder 6"/>
          <p:cNvSpPr>
            <a:spLocks noGrp="1"/>
          </p:cNvSpPr>
          <p:nvPr>
            <p:ph/>
          </p:nvPr>
        </p:nvSpPr>
        <p:spPr>
          <a:xfrm>
            <a:off x="7563240" y="6140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82" name="PlaceHolder 7"/>
          <p:cNvSpPr>
            <a:spLocks noGrp="1"/>
          </p:cNvSpPr>
          <p:nvPr>
            <p:ph/>
          </p:nvPr>
        </p:nvSpPr>
        <p:spPr>
          <a:xfrm>
            <a:off x="10864440" y="6140160"/>
            <a:ext cx="3143880" cy="1281960"/>
          </a:xfrm>
          <a:prstGeom prst="rect">
            <a:avLst/>
          </a:prstGeom>
          <a:noFill/>
          <a:ln w="0">
            <a:noFill/>
          </a:ln>
        </p:spPr>
        <p:txBody>
          <a:bodyPr lIns="0" rIns="0" tIns="0" bIns="0" anchor="t">
            <a:normAutofit/>
          </a:bodyPr>
          <a:p>
            <a:endParaRPr b="0" lang="en-IN" sz="1800" spc="-1" strike="noStrike">
              <a:latin typeface="Calibri"/>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6"/>
          </p:nvPr>
        </p:nvSpPr>
        <p:spPr/>
        <p:txBody>
          <a:bodyPr/>
          <a:p>
            <a:fld id="{8736731C-D220-4AF3-B605-7745280BB386}" type="slidenum">
              <a:t>&lt;#&gt;</a:t>
            </a:fld>
          </a:p>
        </p:txBody>
      </p:sp>
      <p:sp>
        <p:nvSpPr>
          <p:cNvPr id="11" name="PlaceHolder 10"/>
          <p:cNvSpPr>
            <a:spLocks noGrp="1"/>
          </p:cNvSpPr>
          <p:nvPr>
            <p:ph type="dt" idx="5"/>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bg object 16"/>
          <p:cNvSpPr/>
          <p:nvPr/>
        </p:nvSpPr>
        <p:spPr>
          <a:xfrm>
            <a:off x="7800480" y="0"/>
            <a:ext cx="10486800" cy="10286640"/>
          </a:xfrm>
          <a:custGeom>
            <a:avLst/>
            <a:gdLst/>
            <a:ahLst/>
            <a:rect l="l" t="t" r="r" b="b"/>
            <a:pathLst>
              <a:path w="10487025" h="10287000">
                <a:moveTo>
                  <a:pt x="10487024" y="10286999"/>
                </a:moveTo>
                <a:lnTo>
                  <a:pt x="0" y="10286999"/>
                </a:lnTo>
                <a:lnTo>
                  <a:pt x="0" y="0"/>
                </a:lnTo>
                <a:lnTo>
                  <a:pt x="10487024" y="0"/>
                </a:lnTo>
                <a:lnTo>
                  <a:pt x="10487024" y="10286999"/>
                </a:lnTo>
                <a:close/>
              </a:path>
            </a:pathLst>
          </a:custGeom>
          <a:solidFill>
            <a:srgbClr val="000000"/>
          </a:solidFill>
          <a:ln w="0">
            <a:noFill/>
          </a:ln>
        </p:spPr>
        <p:style>
          <a:lnRef idx="0"/>
          <a:fillRef idx="0"/>
          <a:effectRef idx="0"/>
          <a:fontRef idx="minor"/>
        </p:style>
      </p:sp>
      <p:sp>
        <p:nvSpPr>
          <p:cNvPr id="1" name="PlaceHolder 1"/>
          <p:cNvSpPr>
            <a:spLocks noGrp="1"/>
          </p:cNvSpPr>
          <p:nvPr>
            <p:ph type="ftr" idx="1"/>
          </p:nvPr>
        </p:nvSpPr>
        <p:spPr>
          <a:xfrm>
            <a:off x="6217920" y="9567000"/>
            <a:ext cx="5851800" cy="514080"/>
          </a:xfrm>
          <a:prstGeom prst="rect">
            <a:avLst/>
          </a:prstGeom>
          <a:noFill/>
          <a:ln w="0">
            <a:noFill/>
          </a:ln>
        </p:spPr>
        <p:txBody>
          <a:bodyPr lIns="0" rIns="0" tIns="0" bIns="0" anchor="t">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2" name="PlaceHolder 2"/>
          <p:cNvSpPr>
            <a:spLocks noGrp="1"/>
          </p:cNvSpPr>
          <p:nvPr>
            <p:ph type="dt" idx="2"/>
          </p:nvPr>
        </p:nvSpPr>
        <p:spPr>
          <a:xfrm>
            <a:off x="914400" y="9567000"/>
            <a:ext cx="4205880" cy="514080"/>
          </a:xfrm>
          <a:prstGeom prst="rect">
            <a:avLst/>
          </a:prstGeom>
          <a:noFill/>
          <a:ln w="0">
            <a:noFill/>
          </a:ln>
        </p:spPr>
        <p:txBody>
          <a:bodyPr lIns="0" rIns="0" tIns="0" bIns="0" anchor="t">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3" name="PlaceHolder 3"/>
          <p:cNvSpPr>
            <a:spLocks noGrp="1"/>
          </p:cNvSpPr>
          <p:nvPr>
            <p:ph type="sldNum" idx="3"/>
          </p:nvPr>
        </p:nvSpPr>
        <p:spPr>
          <a:xfrm>
            <a:off x="13167360" y="9567000"/>
            <a:ext cx="4205880" cy="514080"/>
          </a:xfrm>
          <a:prstGeom prst="rect">
            <a:avLst/>
          </a:prstGeom>
          <a:noFill/>
          <a:ln w="0">
            <a:noFill/>
          </a:ln>
        </p:spPr>
        <p:txBody>
          <a:bodyPr lIns="0" rIns="0" tIns="0" bIns="0" anchor="t">
            <a:noAutofit/>
          </a:bodyPr>
          <a:lstStyle>
            <a:lvl1pPr algn="r">
              <a:lnSpc>
                <a:spcPct val="100000"/>
              </a:lnSpc>
              <a:buNone/>
              <a:defRPr b="0" lang="en-IN" sz="1400" spc="-1" strike="noStrike">
                <a:solidFill>
                  <a:srgbClr val="b2b2b2"/>
                </a:solidFill>
                <a:latin typeface="Times New Roman"/>
              </a:defRPr>
            </a:lvl1pPr>
          </a:lstStyle>
          <a:p>
            <a:pPr algn="r">
              <a:lnSpc>
                <a:spcPct val="100000"/>
              </a:lnSpc>
              <a:buNone/>
            </a:pPr>
            <a:fld id="{BFE1499B-A81B-4539-A4D0-D0D66A8A662C}" type="slidenum">
              <a:rPr b="0" lang="en-IN" sz="1400" spc="-1" strike="noStrike">
                <a:solidFill>
                  <a:srgbClr val="b2b2b2"/>
                </a:solidFill>
                <a:latin typeface="Times New Roman"/>
              </a:rPr>
              <a:t>&lt;number&gt;</a:t>
            </a:fld>
            <a:endParaRPr b="0" lang="en-IN" sz="1400" spc="-1" strike="noStrike">
              <a:latin typeface="Times New Roman"/>
            </a:endParaRPr>
          </a:p>
        </p:txBody>
      </p:sp>
      <p:sp>
        <p:nvSpPr>
          <p:cNvPr id="4"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algn="ctr">
              <a:buNone/>
            </a:pPr>
            <a:r>
              <a:rPr b="0" lang="en-IN" sz="1800" spc="-1" strike="noStrike">
                <a:latin typeface="Calibri"/>
              </a:rPr>
              <a:t>Click to edit the title text format</a:t>
            </a:r>
            <a:endParaRPr b="0" lang="en-IN" sz="1800" spc="-1" strike="noStrike">
              <a:latin typeface="Calibri"/>
            </a:endParaRPr>
          </a:p>
        </p:txBody>
      </p:sp>
      <p:sp>
        <p:nvSpPr>
          <p:cNvPr id="5"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latin typeface="Calibri"/>
              </a:rPr>
              <a:t>Click to edit the outline text format</a:t>
            </a:r>
            <a:endParaRPr b="0" lang="en-IN" sz="1800" spc="-1" strike="noStrike">
              <a:latin typeface="Calibri"/>
            </a:endParaRPr>
          </a:p>
          <a:p>
            <a:pPr lvl="1" marL="864000" indent="-324000">
              <a:spcBef>
                <a:spcPts val="1134"/>
              </a:spcBef>
              <a:buClr>
                <a:srgbClr val="000000"/>
              </a:buClr>
              <a:buSzPct val="75000"/>
              <a:buFont typeface="Symbol" charset="2"/>
              <a:buChar char=""/>
            </a:pPr>
            <a:r>
              <a:rPr b="0" lang="en-IN" sz="1800" spc="-1" strike="noStrike">
                <a:latin typeface="Calibri"/>
              </a:rPr>
              <a:t>Second Outline Level</a:t>
            </a:r>
            <a:endParaRPr b="0" lang="en-IN" sz="1800" spc="-1" strike="noStrike">
              <a:latin typeface="Calibri"/>
            </a:endParaRPr>
          </a:p>
          <a:p>
            <a:pPr lvl="2" marL="1296000" indent="-288000">
              <a:spcBef>
                <a:spcPts val="850"/>
              </a:spcBef>
              <a:buClr>
                <a:srgbClr val="000000"/>
              </a:buClr>
              <a:buSzPct val="45000"/>
              <a:buFont typeface="Wingdings" charset="2"/>
              <a:buChar char=""/>
            </a:pPr>
            <a:r>
              <a:rPr b="0" lang="en-IN" sz="1800" spc="-1" strike="noStrike">
                <a:latin typeface="Calibri"/>
              </a:rPr>
              <a:t>Third Outline Level</a:t>
            </a:r>
            <a:endParaRPr b="0" lang="en-IN" sz="1800" spc="-1" strike="noStrike">
              <a:latin typeface="Calibri"/>
            </a:endParaRPr>
          </a:p>
          <a:p>
            <a:pPr lvl="3" marL="1728000" indent="-216000">
              <a:spcBef>
                <a:spcPts val="567"/>
              </a:spcBef>
              <a:buClr>
                <a:srgbClr val="000000"/>
              </a:buClr>
              <a:buSzPct val="75000"/>
              <a:buFont typeface="Symbol" charset="2"/>
              <a:buChar char=""/>
            </a:pPr>
            <a:r>
              <a:rPr b="0" lang="en-IN" sz="1800" spc="-1" strike="noStrike">
                <a:latin typeface="Calibri"/>
              </a:rPr>
              <a:t>Fourth Outline Level</a:t>
            </a:r>
            <a:endParaRPr b="0" lang="en-IN" sz="1800" spc="-1" strike="noStrike">
              <a:latin typeface="Calibri"/>
            </a:endParaRPr>
          </a:p>
          <a:p>
            <a:pPr lvl="4" marL="2160000" indent="-216000">
              <a:spcBef>
                <a:spcPts val="283"/>
              </a:spcBef>
              <a:buClr>
                <a:srgbClr val="000000"/>
              </a:buClr>
              <a:buSzPct val="45000"/>
              <a:buFont typeface="Wingdings" charset="2"/>
              <a:buChar char=""/>
            </a:pPr>
            <a:r>
              <a:rPr b="0" lang="en-IN" sz="2000" spc="-1" strike="noStrike">
                <a:latin typeface="Calibri"/>
              </a:rPr>
              <a:t>Fifth Outline Level</a:t>
            </a:r>
            <a:endParaRPr b="0" lang="en-IN" sz="2000" spc="-1" strike="noStrike">
              <a:latin typeface="Calibri"/>
            </a:endParaRPr>
          </a:p>
          <a:p>
            <a:pPr lvl="5" marL="2592000" indent="-216000">
              <a:spcBef>
                <a:spcPts val="283"/>
              </a:spcBef>
              <a:buClr>
                <a:srgbClr val="000000"/>
              </a:buClr>
              <a:buSzPct val="45000"/>
              <a:buFont typeface="Wingdings" charset="2"/>
              <a:buChar char=""/>
            </a:pPr>
            <a:r>
              <a:rPr b="0" lang="en-IN" sz="2000" spc="-1" strike="noStrike">
                <a:latin typeface="Calibri"/>
              </a:rPr>
              <a:t>Sixth Outline Level</a:t>
            </a:r>
            <a:endParaRPr b="0" lang="en-IN" sz="2000" spc="-1" strike="noStrike">
              <a:latin typeface="Calibri"/>
            </a:endParaRPr>
          </a:p>
          <a:p>
            <a:pPr lvl="6" marL="3024000" indent="-216000">
              <a:spcBef>
                <a:spcPts val="283"/>
              </a:spcBef>
              <a:buClr>
                <a:srgbClr val="000000"/>
              </a:buClr>
              <a:buSzPct val="45000"/>
              <a:buFont typeface="Wingdings" charset="2"/>
              <a:buChar char=""/>
            </a:pPr>
            <a:r>
              <a:rPr b="0" lang="en-IN" sz="2000" spc="-1" strike="noStrike">
                <a:latin typeface="Calibri"/>
              </a:rPr>
              <a:t>Seventh Outline Level</a:t>
            </a:r>
            <a:endParaRPr b="0" lang="en-IN" sz="2000" spc="-1" strike="noStrike">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2423160" y="2064960"/>
            <a:ext cx="13441680" cy="738000"/>
          </a:xfrm>
          <a:prstGeom prst="rect">
            <a:avLst/>
          </a:prstGeom>
          <a:noFill/>
          <a:ln w="0">
            <a:noFill/>
          </a:ln>
        </p:spPr>
        <p:txBody>
          <a:bodyPr lIns="0" rIns="0" tIns="0" bIns="0" anchor="t">
            <a:noAutofit/>
          </a:bodyPr>
          <a:p>
            <a:r>
              <a:rPr b="0" lang="en-IN" sz="4650" spc="-1" strike="noStrike">
                <a:latin typeface="Calibri"/>
              </a:rPr>
              <a:t>Click to edit the title text format</a:t>
            </a:r>
            <a:endParaRPr b="0" lang="en-IN" sz="4650" spc="-1" strike="noStrike">
              <a:latin typeface="Calibri"/>
            </a:endParaRPr>
          </a:p>
        </p:txBody>
      </p:sp>
      <p:sp>
        <p:nvSpPr>
          <p:cNvPr id="43" name="PlaceHolder 2"/>
          <p:cNvSpPr>
            <a:spLocks noGrp="1"/>
          </p:cNvSpPr>
          <p:nvPr>
            <p:ph type="body"/>
          </p:nvPr>
        </p:nvSpPr>
        <p:spPr>
          <a:xfrm>
            <a:off x="4261680" y="4736160"/>
            <a:ext cx="9764640" cy="26881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IN" sz="2450" spc="-1" strike="noStrike">
                <a:latin typeface="Calibri"/>
              </a:rPr>
              <a:t>Click to edit the outline text format</a:t>
            </a:r>
            <a:endParaRPr b="0" lang="en-IN" sz="2450" spc="-1" strike="noStrike">
              <a:latin typeface="Calibri"/>
            </a:endParaRPr>
          </a:p>
          <a:p>
            <a:pPr lvl="1" marL="864000" indent="-324000">
              <a:spcBef>
                <a:spcPts val="1134"/>
              </a:spcBef>
              <a:buClr>
                <a:srgbClr val="000000"/>
              </a:buClr>
              <a:buSzPct val="75000"/>
              <a:buFont typeface="Symbol" charset="2"/>
              <a:buChar char=""/>
            </a:pPr>
            <a:r>
              <a:rPr b="0" lang="en-IN" sz="2450" spc="-1" strike="noStrike">
                <a:latin typeface="Calibri"/>
              </a:rPr>
              <a:t>Second Outline Level</a:t>
            </a:r>
            <a:endParaRPr b="0" lang="en-IN" sz="2450" spc="-1" strike="noStrike">
              <a:latin typeface="Calibri"/>
            </a:endParaRPr>
          </a:p>
          <a:p>
            <a:pPr lvl="2" marL="1296000" indent="-288000">
              <a:spcBef>
                <a:spcPts val="850"/>
              </a:spcBef>
              <a:buClr>
                <a:srgbClr val="000000"/>
              </a:buClr>
              <a:buSzPct val="45000"/>
              <a:buFont typeface="Wingdings" charset="2"/>
              <a:buChar char=""/>
            </a:pPr>
            <a:r>
              <a:rPr b="0" lang="en-IN" sz="2450" spc="-1" strike="noStrike">
                <a:latin typeface="Calibri"/>
              </a:rPr>
              <a:t>Third Outline Level</a:t>
            </a:r>
            <a:endParaRPr b="0" lang="en-IN" sz="2450" spc="-1" strike="noStrike">
              <a:latin typeface="Calibri"/>
            </a:endParaRPr>
          </a:p>
          <a:p>
            <a:pPr lvl="3" marL="1728000" indent="-216000">
              <a:spcBef>
                <a:spcPts val="567"/>
              </a:spcBef>
              <a:buClr>
                <a:srgbClr val="000000"/>
              </a:buClr>
              <a:buSzPct val="75000"/>
              <a:buFont typeface="Symbol" charset="2"/>
              <a:buChar char=""/>
            </a:pPr>
            <a:r>
              <a:rPr b="0" lang="en-IN" sz="2450" spc="-1" strike="noStrike">
                <a:latin typeface="Calibri"/>
              </a:rPr>
              <a:t>Fourth Outline Level</a:t>
            </a:r>
            <a:endParaRPr b="0" lang="en-IN" sz="2450" spc="-1" strike="noStrike">
              <a:latin typeface="Calibri"/>
            </a:endParaRPr>
          </a:p>
          <a:p>
            <a:pPr lvl="4" marL="2160000" indent="-216000">
              <a:spcBef>
                <a:spcPts val="283"/>
              </a:spcBef>
              <a:buClr>
                <a:srgbClr val="000000"/>
              </a:buClr>
              <a:buSzPct val="45000"/>
              <a:buFont typeface="Wingdings" charset="2"/>
              <a:buChar char=""/>
            </a:pPr>
            <a:r>
              <a:rPr b="0" lang="en-IN" sz="2450" spc="-1" strike="noStrike">
                <a:latin typeface="Calibri"/>
              </a:rPr>
              <a:t>Fifth Outline Level</a:t>
            </a:r>
            <a:endParaRPr b="0" lang="en-IN" sz="2450" spc="-1" strike="noStrike">
              <a:latin typeface="Calibri"/>
            </a:endParaRPr>
          </a:p>
          <a:p>
            <a:pPr lvl="5" marL="2592000" indent="-216000">
              <a:spcBef>
                <a:spcPts val="283"/>
              </a:spcBef>
              <a:buClr>
                <a:srgbClr val="000000"/>
              </a:buClr>
              <a:buSzPct val="45000"/>
              <a:buFont typeface="Wingdings" charset="2"/>
              <a:buChar char=""/>
            </a:pPr>
            <a:r>
              <a:rPr b="0" lang="en-IN" sz="2450" spc="-1" strike="noStrike">
                <a:latin typeface="Calibri"/>
              </a:rPr>
              <a:t>Sixth Outline Level</a:t>
            </a:r>
            <a:endParaRPr b="0" lang="en-IN" sz="2450" spc="-1" strike="noStrike">
              <a:latin typeface="Calibri"/>
            </a:endParaRPr>
          </a:p>
          <a:p>
            <a:pPr lvl="6" marL="3024000" indent="-216000">
              <a:spcBef>
                <a:spcPts val="283"/>
              </a:spcBef>
              <a:buClr>
                <a:srgbClr val="000000"/>
              </a:buClr>
              <a:buSzPct val="45000"/>
              <a:buFont typeface="Wingdings" charset="2"/>
              <a:buChar char=""/>
            </a:pPr>
            <a:r>
              <a:rPr b="0" lang="en-IN" sz="2450" spc="-1" strike="noStrike">
                <a:latin typeface="Calibri"/>
              </a:rPr>
              <a:t>Seventh Outline Level</a:t>
            </a:r>
            <a:endParaRPr b="0" lang="en-IN" sz="2450" spc="-1" strike="noStrike">
              <a:latin typeface="Calibri"/>
            </a:endParaRPr>
          </a:p>
        </p:txBody>
      </p:sp>
      <p:sp>
        <p:nvSpPr>
          <p:cNvPr id="44" name="PlaceHolder 3"/>
          <p:cNvSpPr>
            <a:spLocks noGrp="1"/>
          </p:cNvSpPr>
          <p:nvPr>
            <p:ph type="ftr" idx="4"/>
          </p:nvPr>
        </p:nvSpPr>
        <p:spPr>
          <a:xfrm>
            <a:off x="6217920" y="9567000"/>
            <a:ext cx="5851800" cy="514080"/>
          </a:xfrm>
          <a:prstGeom prst="rect">
            <a:avLst/>
          </a:prstGeom>
          <a:noFill/>
          <a:ln w="0">
            <a:noFill/>
          </a:ln>
        </p:spPr>
        <p:txBody>
          <a:bodyPr lIns="0" rIns="0" tIns="0" bIns="0" anchor="t">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45" name="PlaceHolder 4"/>
          <p:cNvSpPr>
            <a:spLocks noGrp="1"/>
          </p:cNvSpPr>
          <p:nvPr>
            <p:ph type="dt" idx="5"/>
          </p:nvPr>
        </p:nvSpPr>
        <p:spPr>
          <a:xfrm>
            <a:off x="914400" y="9567000"/>
            <a:ext cx="4205880" cy="514080"/>
          </a:xfrm>
          <a:prstGeom prst="rect">
            <a:avLst/>
          </a:prstGeom>
          <a:noFill/>
          <a:ln w="0">
            <a:noFill/>
          </a:ln>
        </p:spPr>
        <p:txBody>
          <a:bodyPr lIns="0" rIns="0" tIns="0" bIns="0" anchor="t">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46" name="PlaceHolder 5"/>
          <p:cNvSpPr>
            <a:spLocks noGrp="1"/>
          </p:cNvSpPr>
          <p:nvPr>
            <p:ph type="sldNum" idx="6"/>
          </p:nvPr>
        </p:nvSpPr>
        <p:spPr>
          <a:xfrm>
            <a:off x="13167360" y="9567000"/>
            <a:ext cx="4205880" cy="514080"/>
          </a:xfrm>
          <a:prstGeom prst="rect">
            <a:avLst/>
          </a:prstGeom>
          <a:noFill/>
          <a:ln w="0">
            <a:noFill/>
          </a:ln>
        </p:spPr>
        <p:txBody>
          <a:bodyPr lIns="0" rIns="0" tIns="0" bIns="0" anchor="t">
            <a:noAutofit/>
          </a:bodyPr>
          <a:lstStyle>
            <a:lvl1pPr algn="r">
              <a:lnSpc>
                <a:spcPct val="100000"/>
              </a:lnSpc>
              <a:buNone/>
              <a:defRPr b="0" lang="en-IN" sz="1400" spc="-1" strike="noStrike">
                <a:solidFill>
                  <a:srgbClr val="b2b2b2"/>
                </a:solidFill>
                <a:latin typeface="Times New Roman"/>
              </a:defRPr>
            </a:lvl1pPr>
          </a:lstStyle>
          <a:p>
            <a:pPr algn="r">
              <a:lnSpc>
                <a:spcPct val="100000"/>
              </a:lnSpc>
              <a:buNone/>
            </a:pPr>
            <a:fld id="{4465647C-7382-479A-A9E8-F1CA0A01D072}" type="slidenum">
              <a:rPr b="0" lang="en-IN" sz="1400" spc="-1" strike="noStrike">
                <a:solidFill>
                  <a:srgbClr val="b2b2b2"/>
                </a:solidFill>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object 2"/>
          <p:cNvSpPr/>
          <p:nvPr/>
        </p:nvSpPr>
        <p:spPr>
          <a:xfrm>
            <a:off x="8493840" y="1329120"/>
            <a:ext cx="9159480" cy="6441480"/>
          </a:xfrm>
          <a:prstGeom prst="rect">
            <a:avLst/>
          </a:prstGeom>
          <a:noFill/>
          <a:ln w="0">
            <a:noFill/>
          </a:ln>
        </p:spPr>
        <p:style>
          <a:lnRef idx="0"/>
          <a:fillRef idx="0"/>
          <a:effectRef idx="0"/>
          <a:fontRef idx="minor"/>
        </p:style>
        <p:txBody>
          <a:bodyPr lIns="0" rIns="0" tIns="15120" bIns="0" anchor="t">
            <a:spAutoFit/>
          </a:bodyPr>
          <a:p>
            <a:pPr marL="12600" indent="-720" algn="ctr">
              <a:lnSpc>
                <a:spcPct val="99000"/>
              </a:lnSpc>
              <a:spcBef>
                <a:spcPts val="119"/>
              </a:spcBef>
              <a:buNone/>
              <a:tabLst>
                <a:tab algn="l" pos="0"/>
              </a:tabLst>
            </a:pPr>
            <a:r>
              <a:rPr b="1" lang="en-IN" sz="7100" spc="52" strike="noStrike">
                <a:solidFill>
                  <a:srgbClr val="ffffff"/>
                </a:solidFill>
                <a:latin typeface="Cambria"/>
              </a:rPr>
              <a:t>Advanced </a:t>
            </a:r>
            <a:r>
              <a:rPr b="1" lang="en-IN" sz="7100" spc="180" strike="noStrike">
                <a:solidFill>
                  <a:srgbClr val="ffffff"/>
                </a:solidFill>
                <a:latin typeface="Cambria"/>
              </a:rPr>
              <a:t>Machine </a:t>
            </a:r>
            <a:r>
              <a:rPr b="1" lang="en-IN" sz="7100" spc="182" strike="noStrike">
                <a:solidFill>
                  <a:srgbClr val="ffffff"/>
                </a:solidFill>
                <a:latin typeface="Cambria"/>
              </a:rPr>
              <a:t> </a:t>
            </a:r>
            <a:r>
              <a:rPr b="1" lang="en-IN" sz="7100" spc="148" strike="noStrike">
                <a:solidFill>
                  <a:srgbClr val="ffffff"/>
                </a:solidFill>
                <a:latin typeface="Cambria"/>
              </a:rPr>
              <a:t>Learning </a:t>
            </a:r>
            <a:r>
              <a:rPr b="1" lang="en-IN" sz="7100" spc="157" strike="noStrike">
                <a:solidFill>
                  <a:srgbClr val="ffffff"/>
                </a:solidFill>
                <a:latin typeface="Cambria"/>
              </a:rPr>
              <a:t>Model </a:t>
            </a:r>
            <a:r>
              <a:rPr b="1" lang="en-IN" sz="7100" spc="109" strike="noStrike">
                <a:solidFill>
                  <a:srgbClr val="ffffff"/>
                </a:solidFill>
                <a:latin typeface="Cambria"/>
              </a:rPr>
              <a:t>for </a:t>
            </a:r>
            <a:r>
              <a:rPr b="1" lang="en-IN" sz="7100" spc="111" strike="noStrike">
                <a:solidFill>
                  <a:srgbClr val="ffffff"/>
                </a:solidFill>
                <a:latin typeface="Cambria"/>
              </a:rPr>
              <a:t> </a:t>
            </a:r>
            <a:r>
              <a:rPr b="1" lang="en-IN" sz="7100" spc="89" strike="noStrike">
                <a:solidFill>
                  <a:srgbClr val="ffffff"/>
                </a:solidFill>
                <a:latin typeface="Cambria"/>
              </a:rPr>
              <a:t>Accurate</a:t>
            </a:r>
            <a:r>
              <a:rPr b="1" lang="en-IN" sz="7100" spc="-21" strike="noStrike">
                <a:solidFill>
                  <a:srgbClr val="ffffff"/>
                </a:solidFill>
                <a:latin typeface="Cambria"/>
              </a:rPr>
              <a:t> </a:t>
            </a:r>
            <a:r>
              <a:rPr b="1" lang="en-IN" sz="7100" spc="72" strike="noStrike">
                <a:solidFill>
                  <a:srgbClr val="ffffff"/>
                </a:solidFill>
                <a:latin typeface="Cambria"/>
              </a:rPr>
              <a:t>Detection</a:t>
            </a:r>
            <a:r>
              <a:rPr b="1" lang="en-IN" sz="7100" spc="-21" strike="noStrike">
                <a:solidFill>
                  <a:srgbClr val="ffffff"/>
                </a:solidFill>
                <a:latin typeface="Cambria"/>
              </a:rPr>
              <a:t> </a:t>
            </a:r>
            <a:r>
              <a:rPr b="1" lang="en-IN" sz="7100" spc="162" strike="noStrike">
                <a:solidFill>
                  <a:srgbClr val="ffffff"/>
                </a:solidFill>
                <a:latin typeface="Cambria"/>
              </a:rPr>
              <a:t>of </a:t>
            </a:r>
            <a:r>
              <a:rPr b="1" lang="en-IN" sz="7100" spc="-1551" strike="noStrike">
                <a:solidFill>
                  <a:srgbClr val="ffffff"/>
                </a:solidFill>
                <a:latin typeface="Cambria"/>
              </a:rPr>
              <a:t> </a:t>
            </a:r>
            <a:r>
              <a:rPr b="1" lang="en-IN" sz="7100" spc="123" strike="noStrike">
                <a:solidFill>
                  <a:srgbClr val="ffffff"/>
                </a:solidFill>
                <a:latin typeface="Cambria"/>
              </a:rPr>
              <a:t>Heart, </a:t>
            </a:r>
            <a:r>
              <a:rPr b="1" lang="en-IN" sz="7100" spc="83" strike="noStrike">
                <a:solidFill>
                  <a:srgbClr val="ffffff"/>
                </a:solidFill>
                <a:latin typeface="Cambria"/>
              </a:rPr>
              <a:t>Diabetes</a:t>
            </a:r>
            <a:r>
              <a:rPr b="1" lang="en-IN" sz="7100" spc="97" strike="noStrike">
                <a:solidFill>
                  <a:srgbClr val="ffffff"/>
                </a:solidFill>
                <a:latin typeface="Cambria"/>
              </a:rPr>
              <a:t>: </a:t>
            </a:r>
            <a:r>
              <a:rPr b="1" lang="en-IN" sz="7100" spc="287" strike="noStrike">
                <a:solidFill>
                  <a:srgbClr val="ffffff"/>
                </a:solidFill>
                <a:latin typeface="Cambria"/>
              </a:rPr>
              <a:t>A </a:t>
            </a:r>
            <a:r>
              <a:rPr b="1" lang="en-IN" sz="7100" spc="293" strike="noStrike">
                <a:solidFill>
                  <a:srgbClr val="ffffff"/>
                </a:solidFill>
                <a:latin typeface="Cambria"/>
              </a:rPr>
              <a:t> </a:t>
            </a:r>
            <a:r>
              <a:rPr b="1" lang="en-IN" sz="7100" spc="182" strike="noStrike">
                <a:solidFill>
                  <a:srgbClr val="ffffff"/>
                </a:solidFill>
                <a:latin typeface="Cambria"/>
              </a:rPr>
              <a:t>Data-Driven </a:t>
            </a:r>
            <a:r>
              <a:rPr b="1" lang="en-IN" sz="7100" spc="188" strike="noStrike">
                <a:solidFill>
                  <a:srgbClr val="ffffff"/>
                </a:solidFill>
                <a:latin typeface="Cambria"/>
              </a:rPr>
              <a:t> </a:t>
            </a:r>
            <a:r>
              <a:rPr b="1" lang="en-IN" sz="7100" spc="123" strike="noStrike">
                <a:solidFill>
                  <a:srgbClr val="ffffff"/>
                </a:solidFill>
                <a:latin typeface="Cambria"/>
              </a:rPr>
              <a:t>Approach</a:t>
            </a:r>
            <a:endParaRPr b="0" lang="en-IN" sz="7100" spc="-1" strike="noStrike">
              <a:latin typeface="Arial"/>
            </a:endParaRPr>
          </a:p>
        </p:txBody>
      </p:sp>
      <p:pic>
        <p:nvPicPr>
          <p:cNvPr id="84" name="object 3" descr=""/>
          <p:cNvPicPr/>
          <p:nvPr/>
        </p:nvPicPr>
        <p:blipFill>
          <a:blip r:embed="rId1"/>
          <a:stretch/>
        </p:blipFill>
        <p:spPr>
          <a:xfrm>
            <a:off x="1334880" y="1143000"/>
            <a:ext cx="5121720" cy="80006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5" name="object 2"/>
          <p:cNvSpPr/>
          <p:nvPr/>
        </p:nvSpPr>
        <p:spPr>
          <a:xfrm>
            <a:off x="0" y="0"/>
            <a:ext cx="18287640" cy="10286640"/>
          </a:xfrm>
          <a:custGeom>
            <a:avLst/>
            <a:gdLst/>
            <a:ahLst/>
            <a:rect l="l" t="t" r="r" b="b"/>
            <a:pathLst>
              <a:path w="18288000" h="10287000">
                <a:moveTo>
                  <a:pt x="0" y="0"/>
                </a:moveTo>
                <a:lnTo>
                  <a:pt x="18287999" y="0"/>
                </a:lnTo>
                <a:lnTo>
                  <a:pt x="18287999" y="10286999"/>
                </a:lnTo>
                <a:lnTo>
                  <a:pt x="0" y="10286999"/>
                </a:lnTo>
                <a:lnTo>
                  <a:pt x="0" y="0"/>
                </a:lnTo>
                <a:close/>
              </a:path>
            </a:pathLst>
          </a:custGeom>
          <a:solidFill>
            <a:srgbClr val="000000"/>
          </a:solidFill>
          <a:ln w="0">
            <a:noFill/>
          </a:ln>
        </p:spPr>
        <p:style>
          <a:lnRef idx="0"/>
          <a:fillRef idx="0"/>
          <a:effectRef idx="0"/>
          <a:fontRef idx="minor"/>
        </p:style>
      </p:sp>
      <p:sp>
        <p:nvSpPr>
          <p:cNvPr id="86" name="PlaceHolder 1"/>
          <p:cNvSpPr>
            <a:spLocks noGrp="1"/>
          </p:cNvSpPr>
          <p:nvPr>
            <p:ph type="title"/>
          </p:nvPr>
        </p:nvSpPr>
        <p:spPr>
          <a:xfrm>
            <a:off x="11062440" y="2064960"/>
            <a:ext cx="3532680" cy="1733760"/>
          </a:xfrm>
          <a:prstGeom prst="rect">
            <a:avLst/>
          </a:prstGeom>
          <a:noFill/>
          <a:ln w="0">
            <a:noFill/>
          </a:ln>
        </p:spPr>
        <p:txBody>
          <a:bodyPr lIns="0" rIns="0" tIns="15840" bIns="0" anchor="t">
            <a:noAutofit/>
          </a:bodyPr>
          <a:p>
            <a:pPr marL="12600">
              <a:lnSpc>
                <a:spcPct val="100000"/>
              </a:lnSpc>
              <a:spcBef>
                <a:spcPts val="125"/>
              </a:spcBef>
              <a:buNone/>
            </a:pPr>
            <a:r>
              <a:rPr b="1" lang="en-IN" sz="4650" spc="18" strike="noStrike">
                <a:solidFill>
                  <a:srgbClr val="ffffff"/>
                </a:solidFill>
                <a:latin typeface="Cambria"/>
              </a:rPr>
              <a:t>Introduction</a:t>
            </a:r>
            <a:endParaRPr b="0" lang="en-IN" sz="4650" spc="-1" strike="noStrike">
              <a:latin typeface="Calibri"/>
            </a:endParaRPr>
          </a:p>
        </p:txBody>
      </p:sp>
      <p:sp>
        <p:nvSpPr>
          <p:cNvPr id="87" name="object 4"/>
          <p:cNvSpPr/>
          <p:nvPr/>
        </p:nvSpPr>
        <p:spPr>
          <a:xfrm>
            <a:off x="11062080" y="3211560"/>
            <a:ext cx="5545080" cy="4569120"/>
          </a:xfrm>
          <a:prstGeom prst="rect">
            <a:avLst/>
          </a:prstGeom>
          <a:noFill/>
          <a:ln w="0">
            <a:noFill/>
          </a:ln>
        </p:spPr>
        <p:style>
          <a:lnRef idx="0"/>
          <a:fillRef idx="0"/>
          <a:effectRef idx="0"/>
          <a:fontRef idx="minor"/>
        </p:style>
        <p:txBody>
          <a:bodyPr lIns="0" rIns="0" tIns="6840" bIns="0" anchor="t">
            <a:spAutoFit/>
          </a:bodyPr>
          <a:p>
            <a:pPr marL="12600">
              <a:lnSpc>
                <a:spcPct val="102000"/>
              </a:lnSpc>
              <a:spcBef>
                <a:spcPts val="54"/>
              </a:spcBef>
              <a:buNone/>
            </a:pPr>
            <a:r>
              <a:rPr b="0" lang="en-IN" sz="2450" spc="-92" strike="noStrike">
                <a:solidFill>
                  <a:srgbClr val="ffffff"/>
                </a:solidFill>
                <a:latin typeface="Verdana"/>
              </a:rPr>
              <a:t>T</a:t>
            </a:r>
            <a:r>
              <a:rPr b="0" lang="en-IN" sz="2450" spc="123" strike="noStrike">
                <a:solidFill>
                  <a:srgbClr val="ffffff"/>
                </a:solidFill>
                <a:latin typeface="Verdana"/>
              </a:rPr>
              <a:t>h</a:t>
            </a:r>
            <a:r>
              <a:rPr b="0" lang="en-IN" sz="2450" spc="-12" strike="noStrike">
                <a:solidFill>
                  <a:srgbClr val="ffffff"/>
                </a:solidFill>
                <a:latin typeface="Verdana"/>
              </a:rPr>
              <a:t>i</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148" strike="noStrike">
                <a:solidFill>
                  <a:srgbClr val="ffffff"/>
                </a:solidFill>
                <a:latin typeface="Verdana"/>
              </a:rPr>
              <a:t>p</a:t>
            </a:r>
            <a:r>
              <a:rPr b="0" lang="en-IN" sz="2450" spc="-92" strike="noStrike">
                <a:solidFill>
                  <a:srgbClr val="ffffff"/>
                </a:solidFill>
                <a:latin typeface="Verdana"/>
              </a:rPr>
              <a:t>r</a:t>
            </a:r>
            <a:r>
              <a:rPr b="0" lang="en-IN" sz="2450" spc="32" strike="noStrike">
                <a:solidFill>
                  <a:srgbClr val="ffffff"/>
                </a:solidFill>
                <a:latin typeface="Verdana"/>
              </a:rPr>
              <a:t>e</a:t>
            </a:r>
            <a:r>
              <a:rPr b="0" lang="en-IN" sz="2450" spc="-72" strike="noStrike">
                <a:solidFill>
                  <a:srgbClr val="ffffff"/>
                </a:solidFill>
                <a:latin typeface="Verdana"/>
              </a:rPr>
              <a:t>s</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32" strike="noStrike">
                <a:solidFill>
                  <a:srgbClr val="ffffff"/>
                </a:solidFill>
                <a:latin typeface="Verdana"/>
              </a:rPr>
              <a:t>t</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52" strike="noStrike">
                <a:solidFill>
                  <a:srgbClr val="ffffff"/>
                </a:solidFill>
                <a:latin typeface="Verdana"/>
              </a:rPr>
              <a:t>f</a:t>
            </a:r>
            <a:r>
              <a:rPr b="0" lang="en-IN" sz="2450" spc="58" strike="noStrike">
                <a:solidFill>
                  <a:srgbClr val="ffffff"/>
                </a:solidFill>
                <a:latin typeface="Verdana"/>
              </a:rPr>
              <a:t>o</a:t>
            </a:r>
            <a:r>
              <a:rPr b="0" lang="en-IN" sz="2450" spc="111" strike="noStrike">
                <a:solidFill>
                  <a:srgbClr val="ffffff"/>
                </a:solidFill>
                <a:latin typeface="Verdana"/>
              </a:rPr>
              <a:t>cu</a:t>
            </a:r>
            <a:r>
              <a:rPr b="0" lang="en-IN" sz="2450" spc="-72" strike="noStrike">
                <a:solidFill>
                  <a:srgbClr val="ffffff"/>
                </a:solidFill>
                <a:latin typeface="Verdana"/>
              </a:rPr>
              <a:t>s</a:t>
            </a:r>
            <a:r>
              <a:rPr b="0" lang="en-IN" sz="2450" spc="32" strike="noStrike">
                <a:solidFill>
                  <a:srgbClr val="ffffff"/>
                </a:solidFill>
                <a:latin typeface="Verdana"/>
              </a:rPr>
              <a:t>e</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32" strike="noStrike">
                <a:solidFill>
                  <a:srgbClr val="ffffff"/>
                </a:solidFill>
                <a:latin typeface="Verdana"/>
              </a:rPr>
              <a:t>t</a:t>
            </a:r>
            <a:r>
              <a:rPr b="0" lang="en-IN" sz="2450" spc="123" strike="noStrike">
                <a:solidFill>
                  <a:srgbClr val="ffffff"/>
                </a:solidFill>
                <a:latin typeface="Verdana"/>
              </a:rPr>
              <a:t>h</a:t>
            </a:r>
            <a:r>
              <a:rPr b="0" lang="en-IN" sz="2450" spc="24" strike="noStrike">
                <a:solidFill>
                  <a:srgbClr val="ffffff"/>
                </a:solidFill>
                <a:latin typeface="Verdana"/>
              </a:rPr>
              <a:t>e  </a:t>
            </a:r>
            <a:r>
              <a:rPr b="0" lang="en-IN" sz="2450" spc="-15" strike="noStrike">
                <a:solidFill>
                  <a:srgbClr val="ffffff"/>
                </a:solidFill>
                <a:latin typeface="Verdana"/>
              </a:rPr>
              <a:t>a</a:t>
            </a:r>
            <a:r>
              <a:rPr b="0" lang="en-IN" sz="2450" spc="148" strike="noStrike">
                <a:solidFill>
                  <a:srgbClr val="ffffff"/>
                </a:solidFill>
                <a:latin typeface="Verdana"/>
              </a:rPr>
              <a:t>pp</a:t>
            </a:r>
            <a:r>
              <a:rPr b="0" lang="en-IN" sz="2450" spc="-12" strike="noStrike">
                <a:solidFill>
                  <a:srgbClr val="ffffff"/>
                </a:solidFill>
                <a:latin typeface="Verdana"/>
              </a:rPr>
              <a:t>li</a:t>
            </a:r>
            <a:r>
              <a:rPr b="0" lang="en-IN" sz="2450" spc="111" strike="noStrike">
                <a:solidFill>
                  <a:srgbClr val="ffffff"/>
                </a:solidFill>
                <a:latin typeface="Verdana"/>
              </a:rPr>
              <a:t>c</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58" strike="noStrike">
                <a:solidFill>
                  <a:srgbClr val="ffffff"/>
                </a:solidFill>
                <a:latin typeface="Verdana"/>
              </a:rPr>
              <a:t>o</a:t>
            </a:r>
            <a:r>
              <a:rPr b="0" lang="en-IN" sz="2450" spc="-26" strike="noStrike">
                <a:solidFill>
                  <a:srgbClr val="ffffff"/>
                </a:solidFill>
                <a:latin typeface="Verdana"/>
              </a:rPr>
              <a:t>f</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148" strike="noStrike">
                <a:solidFill>
                  <a:srgbClr val="ffffff"/>
                </a:solidFill>
                <a:latin typeface="Verdana"/>
              </a:rPr>
              <a:t>d</a:t>
            </a:r>
            <a:r>
              <a:rPr b="0" lang="en-IN" sz="2450" spc="-151" strike="noStrike">
                <a:solidFill>
                  <a:srgbClr val="ffffff"/>
                </a:solidFill>
                <a:latin typeface="Verdana"/>
              </a:rPr>
              <a:t>v</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89" strike="noStrike">
                <a:solidFill>
                  <a:srgbClr val="ffffff"/>
                </a:solidFill>
                <a:latin typeface="Verdana"/>
              </a:rPr>
              <a:t>c</a:t>
            </a:r>
            <a:r>
              <a:rPr b="0" lang="en-IN" sz="2450" spc="32" strike="noStrike">
                <a:solidFill>
                  <a:srgbClr val="ffffff"/>
                </a:solidFill>
                <a:latin typeface="Verdana"/>
              </a:rPr>
              <a:t>e</a:t>
            </a:r>
            <a:r>
              <a:rPr b="0" lang="en-IN" sz="2450" spc="148" strike="noStrike">
                <a:solidFill>
                  <a:srgbClr val="ffffff"/>
                </a:solidFill>
                <a:latin typeface="Verdana"/>
              </a:rPr>
              <a:t>d</a:t>
            </a:r>
            <a:r>
              <a:rPr b="0" lang="en-IN" sz="2450" spc="-216" strike="noStrike">
                <a:solidFill>
                  <a:srgbClr val="ffffff"/>
                </a:solidFill>
                <a:latin typeface="Verdana"/>
              </a:rPr>
              <a:t> </a:t>
            </a:r>
            <a:r>
              <a:rPr b="0" lang="en-IN" sz="2450" spc="239" strike="noStrike">
                <a:solidFill>
                  <a:srgbClr val="ffffff"/>
                </a:solidFill>
                <a:latin typeface="Verdana"/>
              </a:rPr>
              <a:t>m</a:t>
            </a:r>
            <a:r>
              <a:rPr b="0" lang="en-IN" sz="2450" spc="-12" strike="noStrike">
                <a:solidFill>
                  <a:srgbClr val="ffffff"/>
                </a:solidFill>
                <a:latin typeface="Verdana"/>
              </a:rPr>
              <a:t>a</a:t>
            </a:r>
            <a:r>
              <a:rPr b="0" lang="en-IN" sz="2450" spc="94" strike="noStrike">
                <a:solidFill>
                  <a:srgbClr val="ffffff"/>
                </a:solidFill>
                <a:latin typeface="Verdana"/>
              </a:rPr>
              <a:t>c</a:t>
            </a:r>
            <a:r>
              <a:rPr b="0" lang="en-IN" sz="2450" spc="123" strike="noStrike">
                <a:solidFill>
                  <a:srgbClr val="ffffff"/>
                </a:solidFill>
                <a:latin typeface="Verdana"/>
              </a:rPr>
              <a:t>h</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24" strike="noStrike">
                <a:solidFill>
                  <a:srgbClr val="ffffff"/>
                </a:solidFill>
                <a:latin typeface="Verdana"/>
              </a:rPr>
              <a:t>e  </a:t>
            </a:r>
            <a:r>
              <a:rPr b="0" lang="en-IN" sz="2450" spc="-12" strike="noStrike">
                <a:solidFill>
                  <a:srgbClr val="ffffff"/>
                </a:solidFill>
                <a:latin typeface="Verdana"/>
              </a:rPr>
              <a:t>l</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5" strike="noStrike">
                <a:solidFill>
                  <a:srgbClr val="ffffff"/>
                </a:solidFill>
                <a:latin typeface="Verdana"/>
              </a:rPr>
              <a:t>r</a:t>
            </a:r>
            <a:r>
              <a:rPr b="0" lang="en-IN" sz="2450" spc="123" strike="noStrike">
                <a:solidFill>
                  <a:srgbClr val="ffffff"/>
                </a:solidFill>
                <a:latin typeface="Verdana"/>
              </a:rPr>
              <a:t>n</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168" strike="noStrike">
                <a:solidFill>
                  <a:srgbClr val="ffffff"/>
                </a:solidFill>
                <a:latin typeface="Verdana"/>
              </a:rPr>
              <a:t>g</a:t>
            </a:r>
            <a:r>
              <a:rPr b="0" lang="en-IN" sz="2450" spc="-216" strike="noStrike">
                <a:solidFill>
                  <a:srgbClr val="ffffff"/>
                </a:solidFill>
                <a:latin typeface="Verdana"/>
              </a:rPr>
              <a:t> </a:t>
            </a:r>
            <a:r>
              <a:rPr b="0" lang="en-IN" sz="2450" spc="239" strike="noStrike">
                <a:solidFill>
                  <a:srgbClr val="ffffff"/>
                </a:solidFill>
                <a:latin typeface="Verdana"/>
              </a:rPr>
              <a:t>m</a:t>
            </a:r>
            <a:r>
              <a:rPr b="0" lang="en-IN" sz="2450" spc="58" strike="noStrike">
                <a:solidFill>
                  <a:srgbClr val="ffffff"/>
                </a:solidFill>
                <a:latin typeface="Verdana"/>
              </a:rPr>
              <a:t>o</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2" strike="noStrike">
                <a:solidFill>
                  <a:srgbClr val="ffffff"/>
                </a:solidFill>
                <a:latin typeface="Verdana"/>
              </a:rPr>
              <a:t>l</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52" strike="noStrike">
                <a:solidFill>
                  <a:srgbClr val="ffffff"/>
                </a:solidFill>
                <a:latin typeface="Verdana"/>
              </a:rPr>
              <a:t>f</a:t>
            </a:r>
            <a:r>
              <a:rPr b="0" lang="en-IN" sz="2450" spc="58" strike="noStrike">
                <a:solidFill>
                  <a:srgbClr val="ffffff"/>
                </a:solidFill>
                <a:latin typeface="Verdana"/>
              </a:rPr>
              <a:t>o</a:t>
            </a:r>
            <a:r>
              <a:rPr b="0" lang="en-IN" sz="2450" spc="-55" strike="noStrike">
                <a:solidFill>
                  <a:srgbClr val="ffffff"/>
                </a:solidFill>
                <a:latin typeface="Verdana"/>
              </a:rPr>
              <a:t>r</a:t>
            </a:r>
            <a:r>
              <a:rPr b="0" lang="en-IN" sz="2450" spc="-216" strike="noStrike">
                <a:solidFill>
                  <a:srgbClr val="ffffff"/>
                </a:solidFill>
                <a:latin typeface="Verdana"/>
              </a:rPr>
              <a:t> </a:t>
            </a:r>
            <a:r>
              <a:rPr b="0" lang="en-IN" sz="2450" spc="32" strike="noStrike">
                <a:solidFill>
                  <a:srgbClr val="ffffff"/>
                </a:solidFill>
                <a:latin typeface="Verdana"/>
              </a:rPr>
              <a:t>t</a:t>
            </a:r>
            <a:r>
              <a:rPr b="0" lang="en-IN" sz="2450" spc="123" strike="noStrike">
                <a:solidFill>
                  <a:srgbClr val="ffffff"/>
                </a:solidFill>
                <a:latin typeface="Verdana"/>
              </a:rPr>
              <a:t>h</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2" strike="noStrike">
                <a:solidFill>
                  <a:srgbClr val="ffffff"/>
                </a:solidFill>
                <a:latin typeface="Verdana"/>
              </a:rPr>
              <a:t>a</a:t>
            </a:r>
            <a:r>
              <a:rPr b="0" lang="en-IN" sz="2450" spc="89" strike="noStrike">
                <a:solidFill>
                  <a:srgbClr val="ffffff"/>
                </a:solidFill>
                <a:latin typeface="Verdana"/>
              </a:rPr>
              <a:t>c</a:t>
            </a:r>
            <a:r>
              <a:rPr b="0" lang="en-IN" sz="2450" spc="111" strike="noStrike">
                <a:solidFill>
                  <a:srgbClr val="ffffff"/>
                </a:solidFill>
                <a:latin typeface="Verdana"/>
              </a:rPr>
              <a:t>cu</a:t>
            </a:r>
            <a:r>
              <a:rPr b="0" lang="en-IN" sz="2450" spc="-80" strike="noStrike">
                <a:solidFill>
                  <a:srgbClr val="ffffff"/>
                </a:solidFill>
                <a:latin typeface="Verdana"/>
              </a:rPr>
              <a:t>r</a:t>
            </a:r>
            <a:r>
              <a:rPr b="0" lang="en-IN" sz="2450" spc="-15" strike="noStrike">
                <a:solidFill>
                  <a:srgbClr val="ffffff"/>
                </a:solidFill>
                <a:latin typeface="Verdana"/>
              </a:rPr>
              <a:t>at</a:t>
            </a:r>
            <a:r>
              <a:rPr b="0" lang="en-IN" sz="2450" spc="24" strike="noStrike">
                <a:solidFill>
                  <a:srgbClr val="ffffff"/>
                </a:solidFill>
                <a:latin typeface="Verdana"/>
              </a:rPr>
              <a:t>e  </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5" strike="noStrike">
                <a:solidFill>
                  <a:srgbClr val="ffffff"/>
                </a:solidFill>
                <a:latin typeface="Verdana"/>
              </a:rPr>
              <a:t>t</a:t>
            </a:r>
            <a:r>
              <a:rPr b="0" lang="en-IN" sz="2450" spc="32" strike="noStrike">
                <a:solidFill>
                  <a:srgbClr val="ffffff"/>
                </a:solidFill>
                <a:latin typeface="Verdana"/>
              </a:rPr>
              <a:t>e</a:t>
            </a:r>
            <a:r>
              <a:rPr b="0" lang="en-IN" sz="2450" spc="123" strike="noStrike">
                <a:solidFill>
                  <a:srgbClr val="ffffff"/>
                </a:solidFill>
                <a:latin typeface="Verdana"/>
              </a:rPr>
              <a:t>c</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58" strike="noStrike">
                <a:solidFill>
                  <a:srgbClr val="ffffff"/>
                </a:solidFill>
                <a:latin typeface="Verdana"/>
              </a:rPr>
              <a:t>o</a:t>
            </a:r>
            <a:r>
              <a:rPr b="0" lang="en-IN" sz="2450" spc="-26" strike="noStrike">
                <a:solidFill>
                  <a:srgbClr val="ffffff"/>
                </a:solidFill>
                <a:latin typeface="Verdana"/>
              </a:rPr>
              <a:t>f</a:t>
            </a:r>
            <a:r>
              <a:rPr b="0" lang="en-IN" sz="2450" spc="-216" strike="noStrike">
                <a:solidFill>
                  <a:srgbClr val="ffffff"/>
                </a:solidFill>
                <a:latin typeface="Verdana"/>
              </a:rPr>
              <a:t> </a:t>
            </a:r>
            <a:r>
              <a:rPr b="0" lang="en-IN" sz="2450" spc="123" strike="noStrike">
                <a:solidFill>
                  <a:srgbClr val="ffffff"/>
                </a:solidFill>
                <a:latin typeface="Verdana"/>
              </a:rPr>
              <a:t>h</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21" strike="noStrike">
                <a:solidFill>
                  <a:srgbClr val="ffffff"/>
                </a:solidFill>
                <a:latin typeface="Verdana"/>
              </a:rPr>
              <a:t>r</a:t>
            </a:r>
            <a:r>
              <a:rPr b="0" lang="en-IN" sz="2450" spc="52" strike="noStrike">
                <a:solidFill>
                  <a:srgbClr val="ffffff"/>
                </a:solidFill>
                <a:latin typeface="Verdana"/>
              </a:rPr>
              <a:t>t</a:t>
            </a:r>
            <a:r>
              <a:rPr b="0" lang="en-IN" sz="2450" spc="-372" strike="noStrike">
                <a:solidFill>
                  <a:srgbClr val="ffffff"/>
                </a:solidFill>
                <a:latin typeface="Verdana"/>
              </a:rPr>
              <a:t>,</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12" strike="noStrike">
                <a:solidFill>
                  <a:srgbClr val="ffffff"/>
                </a:solidFill>
                <a:latin typeface="Verdana"/>
              </a:rPr>
              <a:t>i</a:t>
            </a:r>
            <a:r>
              <a:rPr b="0" lang="en-IN" sz="2450" spc="-15" strike="noStrike">
                <a:solidFill>
                  <a:srgbClr val="ffffff"/>
                </a:solidFill>
                <a:latin typeface="Verdana"/>
              </a:rPr>
              <a:t>a</a:t>
            </a:r>
            <a:r>
              <a:rPr b="0" lang="en-IN" sz="2450" spc="148" strike="noStrike">
                <a:solidFill>
                  <a:srgbClr val="ffffff"/>
                </a:solidFill>
                <a:latin typeface="Verdana"/>
              </a:rPr>
              <a:t>b</a:t>
            </a:r>
            <a:r>
              <a:rPr b="0" lang="en-IN" sz="2450" spc="32" strike="noStrike">
                <a:solidFill>
                  <a:srgbClr val="ffffff"/>
                </a:solidFill>
                <a:latin typeface="Verdana"/>
              </a:rPr>
              <a:t>e</a:t>
            </a:r>
            <a:r>
              <a:rPr b="0" lang="en-IN" sz="2450" spc="-15" strike="noStrike">
                <a:solidFill>
                  <a:srgbClr val="ffffff"/>
                </a:solidFill>
                <a:latin typeface="Verdana"/>
              </a:rPr>
              <a:t>t</a:t>
            </a:r>
            <a:r>
              <a:rPr b="0" lang="en-IN" sz="2450" spc="32" strike="noStrike">
                <a:solidFill>
                  <a:srgbClr val="ffffff"/>
                </a:solidFill>
                <a:latin typeface="Verdana"/>
              </a:rPr>
              <a:t>e</a:t>
            </a:r>
            <a:r>
              <a:rPr b="0" lang="en-IN" sz="2450" spc="-72" strike="noStrike">
                <a:solidFill>
                  <a:srgbClr val="ffffff"/>
                </a:solidFill>
                <a:latin typeface="Verdana"/>
              </a:rPr>
              <a:t>s</a:t>
            </a:r>
            <a:r>
              <a:rPr b="0" lang="en-IN" sz="2450" spc="-372" strike="noStrike">
                <a:solidFill>
                  <a:srgbClr val="ffffff"/>
                </a:solidFill>
                <a:latin typeface="Verdana"/>
              </a:rPr>
              <a:t>.</a:t>
            </a:r>
            <a:r>
              <a:rPr b="0" lang="en-IN" sz="2450" spc="-216" strike="noStrike">
                <a:solidFill>
                  <a:srgbClr val="ffffff"/>
                </a:solidFill>
                <a:latin typeface="Verdana"/>
              </a:rPr>
              <a:t> </a:t>
            </a:r>
            <a:r>
              <a:rPr b="0" lang="en-IN" sz="2450" spc="-92" strike="noStrike">
                <a:solidFill>
                  <a:srgbClr val="ffffff"/>
                </a:solidFill>
                <a:latin typeface="Verdana"/>
              </a:rPr>
              <a:t>T</a:t>
            </a:r>
            <a:r>
              <a:rPr b="0" lang="en-IN" sz="2450" spc="123" strike="noStrike">
                <a:solidFill>
                  <a:srgbClr val="ffffff"/>
                </a:solidFill>
                <a:latin typeface="Verdana"/>
              </a:rPr>
              <a:t>h</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48" strike="noStrike">
                <a:solidFill>
                  <a:srgbClr val="ffffff"/>
                </a:solidFill>
                <a:latin typeface="Verdana"/>
              </a:rPr>
              <a:t>p</a:t>
            </a:r>
            <a:r>
              <a:rPr b="0" lang="en-IN" sz="2450" spc="-92" strike="noStrike">
                <a:solidFill>
                  <a:srgbClr val="ffffff"/>
                </a:solidFill>
                <a:latin typeface="Verdana"/>
              </a:rPr>
              <a:t>r</a:t>
            </a:r>
            <a:r>
              <a:rPr b="0" lang="en-IN" sz="2450" spc="9" strike="noStrike">
                <a:solidFill>
                  <a:srgbClr val="ffffff"/>
                </a:solidFill>
                <a:latin typeface="Verdana"/>
              </a:rPr>
              <a:t>e</a:t>
            </a:r>
            <a:r>
              <a:rPr b="0" lang="en-IN" sz="2450" spc="-151" strike="noStrike">
                <a:solidFill>
                  <a:srgbClr val="ffffff"/>
                </a:solidFill>
                <a:latin typeface="Verdana"/>
              </a:rPr>
              <a:t>v</a:t>
            </a:r>
            <a:r>
              <a:rPr b="0" lang="en-IN" sz="2450" spc="-15" strike="noStrike">
                <a:solidFill>
                  <a:srgbClr val="ffffff"/>
                </a:solidFill>
                <a:latin typeface="Verdana"/>
              </a:rPr>
              <a:t>a</a:t>
            </a:r>
            <a:r>
              <a:rPr b="0" lang="en-IN" sz="2450" spc="-12" strike="noStrike">
                <a:solidFill>
                  <a:srgbClr val="ffffff"/>
                </a:solidFill>
                <a:latin typeface="Verdana"/>
              </a:rPr>
              <a:t>l</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89" strike="noStrike">
                <a:solidFill>
                  <a:srgbClr val="ffffff"/>
                </a:solidFill>
                <a:latin typeface="Verdana"/>
              </a:rPr>
              <a:t>c</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58" strike="noStrike">
                <a:solidFill>
                  <a:srgbClr val="ffffff"/>
                </a:solidFill>
                <a:latin typeface="Verdana"/>
              </a:rPr>
              <a:t>o</a:t>
            </a:r>
            <a:r>
              <a:rPr b="0" lang="en-IN" sz="2450" spc="-26" strike="noStrike">
                <a:solidFill>
                  <a:srgbClr val="ffffff"/>
                </a:solidFill>
                <a:latin typeface="Verdana"/>
              </a:rPr>
              <a:t>f  </a:t>
            </a:r>
            <a:r>
              <a:rPr b="0" lang="en-IN" sz="2450" spc="-72" strike="noStrike">
                <a:solidFill>
                  <a:srgbClr val="ffffff"/>
                </a:solidFill>
                <a:latin typeface="Verdana"/>
              </a:rPr>
              <a:t>s</a:t>
            </a:r>
            <a:r>
              <a:rPr b="0" lang="en-IN" sz="2450" spc="123" strike="noStrike">
                <a:solidFill>
                  <a:srgbClr val="ffffff"/>
                </a:solidFill>
                <a:latin typeface="Verdana"/>
              </a:rPr>
              <a:t>u</a:t>
            </a:r>
            <a:r>
              <a:rPr b="0" lang="en-IN" sz="2450" spc="77" strike="noStrike">
                <a:solidFill>
                  <a:srgbClr val="ffffff"/>
                </a:solidFill>
                <a:latin typeface="Verdana"/>
              </a:rPr>
              <a:t>c</a:t>
            </a:r>
            <a:r>
              <a:rPr b="0" lang="en-IN" sz="2450" spc="123" strike="noStrike">
                <a:solidFill>
                  <a:srgbClr val="ffffff"/>
                </a:solidFill>
                <a:latin typeface="Verdana"/>
              </a:rPr>
              <a:t>h</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12" strike="noStrike">
                <a:solidFill>
                  <a:srgbClr val="ffffff"/>
                </a:solidFill>
                <a:latin typeface="Verdana"/>
              </a:rPr>
              <a:t>i</a:t>
            </a:r>
            <a:r>
              <a:rPr b="0" lang="en-IN" sz="2450" spc="-72" strike="noStrike">
                <a:solidFill>
                  <a:srgbClr val="ffffff"/>
                </a:solidFill>
                <a:latin typeface="Verdana"/>
              </a:rPr>
              <a:t>s</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2" strike="noStrike">
                <a:solidFill>
                  <a:srgbClr val="ffffff"/>
                </a:solidFill>
                <a:latin typeface="Verdana"/>
              </a:rPr>
              <a:t>s</a:t>
            </a:r>
            <a:r>
              <a:rPr b="0" lang="en-IN" sz="2450" spc="32" strike="noStrike">
                <a:solidFill>
                  <a:srgbClr val="ffffff"/>
                </a:solidFill>
                <a:latin typeface="Verdana"/>
              </a:rPr>
              <a:t>e</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123" strike="noStrike">
                <a:solidFill>
                  <a:srgbClr val="ffffff"/>
                </a:solidFill>
                <a:latin typeface="Verdana"/>
              </a:rPr>
              <a:t>h</a:t>
            </a:r>
            <a:r>
              <a:rPr b="0" lang="en-IN" sz="2450" spc="-15" strike="noStrike">
                <a:solidFill>
                  <a:srgbClr val="ffffff"/>
                </a:solidFill>
                <a:latin typeface="Verdana"/>
              </a:rPr>
              <a:t>a</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111" strike="noStrike">
                <a:solidFill>
                  <a:srgbClr val="ffffff"/>
                </a:solidFill>
                <a:latin typeface="Verdana"/>
              </a:rPr>
              <a:t>c</a:t>
            </a:r>
            <a:r>
              <a:rPr b="0" lang="en-IN" sz="2450" spc="-92" strike="noStrike">
                <a:solidFill>
                  <a:srgbClr val="ffffff"/>
                </a:solidFill>
                <a:latin typeface="Verdana"/>
              </a:rPr>
              <a:t>r</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2" strike="noStrike">
                <a:solidFill>
                  <a:srgbClr val="ffffff"/>
                </a:solidFill>
                <a:latin typeface="Verdana"/>
              </a:rPr>
              <a:t>s</a:t>
            </a:r>
            <a:r>
              <a:rPr b="0" lang="en-IN" sz="2450" spc="32" strike="noStrike">
                <a:solidFill>
                  <a:srgbClr val="ffffff"/>
                </a:solidFill>
                <a:latin typeface="Verdana"/>
              </a:rPr>
              <a:t>e</a:t>
            </a:r>
            <a:r>
              <a:rPr b="0" lang="en-IN" sz="2450" spc="148" strike="noStrike">
                <a:solidFill>
                  <a:srgbClr val="ffffff"/>
                </a:solidFill>
                <a:latin typeface="Verdana"/>
              </a:rPr>
              <a:t>d</a:t>
            </a:r>
            <a:r>
              <a:rPr b="0" lang="en-IN" sz="2450" spc="-216" strike="noStrike">
                <a:solidFill>
                  <a:srgbClr val="ffffff"/>
                </a:solidFill>
                <a:latin typeface="Verdana"/>
              </a:rPr>
              <a:t> </a:t>
            </a:r>
            <a:r>
              <a:rPr b="0" lang="en-IN" sz="2450" spc="-12" strike="noStrike">
                <a:solidFill>
                  <a:srgbClr val="ffffff"/>
                </a:solidFill>
                <a:latin typeface="Verdana"/>
              </a:rPr>
              <a:t>i</a:t>
            </a:r>
            <a:r>
              <a:rPr b="0" lang="en-IN" sz="2450" spc="83" strike="noStrike">
                <a:solidFill>
                  <a:srgbClr val="ffffff"/>
                </a:solidFill>
                <a:latin typeface="Verdana"/>
              </a:rPr>
              <a:t>n  </a:t>
            </a:r>
            <a:r>
              <a:rPr b="0" lang="en-IN" sz="2450" spc="-92" strike="noStrike">
                <a:solidFill>
                  <a:srgbClr val="ffffff"/>
                </a:solidFill>
                <a:latin typeface="Verdana"/>
              </a:rPr>
              <a:t>r</a:t>
            </a:r>
            <a:r>
              <a:rPr b="0" lang="en-IN" sz="2450" spc="32" strike="noStrike">
                <a:solidFill>
                  <a:srgbClr val="ffffff"/>
                </a:solidFill>
                <a:latin typeface="Verdana"/>
              </a:rPr>
              <a:t>e</a:t>
            </a:r>
            <a:r>
              <a:rPr b="0" lang="en-IN" sz="2450" spc="89" strike="noStrike">
                <a:solidFill>
                  <a:srgbClr val="ffffff"/>
                </a:solidFill>
                <a:latin typeface="Verdana"/>
              </a:rPr>
              <a:t>c</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32" strike="noStrike">
                <a:solidFill>
                  <a:srgbClr val="ffffff"/>
                </a:solidFill>
                <a:latin typeface="Verdana"/>
              </a:rPr>
              <a:t>t</a:t>
            </a:r>
            <a:r>
              <a:rPr b="0" lang="en-IN" sz="2450" spc="-216" strike="noStrike">
                <a:solidFill>
                  <a:srgbClr val="ffffff"/>
                </a:solidFill>
                <a:latin typeface="Verdana"/>
              </a:rPr>
              <a:t> </a:t>
            </a:r>
            <a:r>
              <a:rPr b="0" lang="en-IN" sz="2450" spc="-151" strike="noStrike">
                <a:solidFill>
                  <a:srgbClr val="ffffff"/>
                </a:solidFill>
                <a:latin typeface="Verdana"/>
              </a:rPr>
              <a:t>y</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66" strike="noStrike">
                <a:solidFill>
                  <a:srgbClr val="ffffff"/>
                </a:solidFill>
                <a:latin typeface="Verdana"/>
              </a:rPr>
              <a:t>r</a:t>
            </a:r>
            <a:r>
              <a:rPr b="0" lang="en-IN" sz="2450" spc="-72" strike="noStrike">
                <a:solidFill>
                  <a:srgbClr val="ffffff"/>
                </a:solidFill>
                <a:latin typeface="Verdana"/>
              </a:rPr>
              <a:t>s</a:t>
            </a:r>
            <a:r>
              <a:rPr b="0" lang="en-IN" sz="2450" spc="-372" strike="noStrike">
                <a:solidFill>
                  <a:srgbClr val="ffffff"/>
                </a:solidFill>
                <a:latin typeface="Verdana"/>
              </a:rPr>
              <a:t>,</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148" strike="noStrike">
                <a:solidFill>
                  <a:srgbClr val="ffffff"/>
                </a:solidFill>
                <a:latin typeface="Verdana"/>
              </a:rPr>
              <a:t>d</a:t>
            </a:r>
            <a:r>
              <a:rPr b="0" lang="en-IN" sz="2450" spc="-216" strike="noStrike">
                <a:solidFill>
                  <a:srgbClr val="ffffff"/>
                </a:solidFill>
                <a:latin typeface="Verdana"/>
              </a:rPr>
              <a:t> </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5" strike="noStrike">
                <a:solidFill>
                  <a:srgbClr val="ffffff"/>
                </a:solidFill>
                <a:latin typeface="Verdana"/>
              </a:rPr>
              <a:t>r</a:t>
            </a:r>
            <a:r>
              <a:rPr b="0" lang="en-IN" sz="2450" spc="-12" strike="noStrike">
                <a:solidFill>
                  <a:srgbClr val="ffffff"/>
                </a:solidFill>
                <a:latin typeface="Verdana"/>
              </a:rPr>
              <a:t>l</a:t>
            </a:r>
            <a:r>
              <a:rPr b="0" lang="en-IN" sz="2450" spc="-111" strike="noStrike">
                <a:solidFill>
                  <a:srgbClr val="ffffff"/>
                </a:solidFill>
                <a:latin typeface="Verdana"/>
              </a:rPr>
              <a:t>y</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5" strike="noStrike">
                <a:solidFill>
                  <a:srgbClr val="ffffff"/>
                </a:solidFill>
                <a:latin typeface="Verdana"/>
              </a:rPr>
              <a:t>t</a:t>
            </a:r>
            <a:r>
              <a:rPr b="0" lang="en-IN" sz="2450" spc="32" strike="noStrike">
                <a:solidFill>
                  <a:srgbClr val="ffffff"/>
                </a:solidFill>
                <a:latin typeface="Verdana"/>
              </a:rPr>
              <a:t>e</a:t>
            </a:r>
            <a:r>
              <a:rPr b="0" lang="en-IN" sz="2450" spc="123" strike="noStrike">
                <a:solidFill>
                  <a:srgbClr val="ffffff"/>
                </a:solidFill>
                <a:latin typeface="Verdana"/>
              </a:rPr>
              <a:t>c</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12" strike="noStrike">
                <a:solidFill>
                  <a:srgbClr val="ffffff"/>
                </a:solidFill>
                <a:latin typeface="Verdana"/>
              </a:rPr>
              <a:t>i</a:t>
            </a:r>
            <a:r>
              <a:rPr b="0" lang="en-IN" sz="2450" spc="-55" strike="noStrike">
                <a:solidFill>
                  <a:srgbClr val="ffffff"/>
                </a:solidFill>
                <a:latin typeface="Verdana"/>
              </a:rPr>
              <a:t>s  </a:t>
            </a:r>
            <a:r>
              <a:rPr b="0" lang="en-IN" sz="2450" spc="111" strike="noStrike">
                <a:solidFill>
                  <a:srgbClr val="ffffff"/>
                </a:solidFill>
                <a:latin typeface="Verdana"/>
              </a:rPr>
              <a:t>c</a:t>
            </a:r>
            <a:r>
              <a:rPr b="0" lang="en-IN" sz="2450" spc="-55" strike="noStrike">
                <a:solidFill>
                  <a:srgbClr val="ffffff"/>
                </a:solidFill>
                <a:latin typeface="Verdana"/>
              </a:rPr>
              <a:t>r</a:t>
            </a:r>
            <a:r>
              <a:rPr b="0" lang="en-IN" sz="2450" spc="111" strike="noStrike">
                <a:solidFill>
                  <a:srgbClr val="ffffff"/>
                </a:solidFill>
                <a:latin typeface="Verdana"/>
              </a:rPr>
              <a:t>uc</a:t>
            </a:r>
            <a:r>
              <a:rPr b="0" lang="en-IN" sz="2450" spc="-12" strike="noStrike">
                <a:solidFill>
                  <a:srgbClr val="ffffff"/>
                </a:solidFill>
                <a:latin typeface="Verdana"/>
              </a:rPr>
              <a:t>i</a:t>
            </a:r>
            <a:r>
              <a:rPr b="0" lang="en-IN" sz="2450" spc="-15" strike="noStrike">
                <a:solidFill>
                  <a:srgbClr val="ffffff"/>
                </a:solidFill>
                <a:latin typeface="Verdana"/>
              </a:rPr>
              <a:t>a</a:t>
            </a:r>
            <a:r>
              <a:rPr b="0" lang="en-IN" sz="2450" spc="-12" strike="noStrike">
                <a:solidFill>
                  <a:srgbClr val="ffffff"/>
                </a:solidFill>
                <a:latin typeface="Verdana"/>
              </a:rPr>
              <a:t>l</a:t>
            </a:r>
            <a:r>
              <a:rPr b="0" lang="en-IN" sz="2450" spc="-216" strike="noStrike">
                <a:solidFill>
                  <a:srgbClr val="ffffff"/>
                </a:solidFill>
                <a:latin typeface="Verdana"/>
              </a:rPr>
              <a:t> </a:t>
            </a:r>
            <a:r>
              <a:rPr b="0" lang="en-IN" sz="2450" spc="-52" strike="noStrike">
                <a:solidFill>
                  <a:srgbClr val="ffffff"/>
                </a:solidFill>
                <a:latin typeface="Verdana"/>
              </a:rPr>
              <a:t>f</a:t>
            </a:r>
            <a:r>
              <a:rPr b="0" lang="en-IN" sz="2450" spc="58" strike="noStrike">
                <a:solidFill>
                  <a:srgbClr val="ffffff"/>
                </a:solidFill>
                <a:latin typeface="Verdana"/>
              </a:rPr>
              <a:t>o</a:t>
            </a:r>
            <a:r>
              <a:rPr b="0" lang="en-IN" sz="2450" spc="-55" strike="noStrike">
                <a:solidFill>
                  <a:srgbClr val="ffffff"/>
                </a:solidFill>
                <a:latin typeface="Verdana"/>
              </a:rPr>
              <a:t>r</a:t>
            </a:r>
            <a:r>
              <a:rPr b="0" lang="en-IN" sz="2450" spc="-216" strike="noStrike">
                <a:solidFill>
                  <a:srgbClr val="ffffff"/>
                </a:solidFill>
                <a:latin typeface="Verdana"/>
              </a:rPr>
              <a:t> </a:t>
            </a:r>
            <a:r>
              <a:rPr b="0" lang="en-IN" sz="2450" spc="32" strike="noStrike">
                <a:solidFill>
                  <a:srgbClr val="ffffff"/>
                </a:solidFill>
                <a:latin typeface="Verdana"/>
              </a:rPr>
              <a:t>e</a:t>
            </a:r>
            <a:r>
              <a:rPr b="0" lang="en-IN" sz="2450" spc="-26" strike="noStrike">
                <a:solidFill>
                  <a:srgbClr val="ffffff"/>
                </a:solidFill>
                <a:latin typeface="Verdana"/>
              </a:rPr>
              <a:t>f</a:t>
            </a:r>
            <a:r>
              <a:rPr b="0" lang="en-IN" sz="2450" spc="-52" strike="noStrike">
                <a:solidFill>
                  <a:srgbClr val="ffffff"/>
                </a:solidFill>
                <a:latin typeface="Verdana"/>
              </a:rPr>
              <a:t>f</a:t>
            </a:r>
            <a:r>
              <a:rPr b="0" lang="en-IN" sz="2450" spc="32" strike="noStrike">
                <a:solidFill>
                  <a:srgbClr val="ffffff"/>
                </a:solidFill>
                <a:latin typeface="Verdana"/>
              </a:rPr>
              <a:t>e</a:t>
            </a:r>
            <a:r>
              <a:rPr b="0" lang="en-IN" sz="2450" spc="123" strike="noStrike">
                <a:solidFill>
                  <a:srgbClr val="ffffff"/>
                </a:solidFill>
                <a:latin typeface="Verdana"/>
              </a:rPr>
              <a:t>c</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151" strike="noStrike">
                <a:solidFill>
                  <a:srgbClr val="ffffff"/>
                </a:solidFill>
                <a:latin typeface="Verdana"/>
              </a:rPr>
              <a:t>v</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32" strike="noStrike">
                <a:solidFill>
                  <a:srgbClr val="ffffff"/>
                </a:solidFill>
                <a:latin typeface="Verdana"/>
              </a:rPr>
              <a:t>t</a:t>
            </a:r>
            <a:r>
              <a:rPr b="0" lang="en-IN" sz="2450" spc="-92" strike="noStrike">
                <a:solidFill>
                  <a:srgbClr val="ffffff"/>
                </a:solidFill>
                <a:latin typeface="Verdana"/>
              </a:rPr>
              <a:t>r</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239" strike="noStrike">
                <a:solidFill>
                  <a:srgbClr val="ffffff"/>
                </a:solidFill>
                <a:latin typeface="Verdana"/>
              </a:rPr>
              <a:t>m</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52" strike="noStrike">
                <a:solidFill>
                  <a:srgbClr val="ffffff"/>
                </a:solidFill>
                <a:latin typeface="Verdana"/>
              </a:rPr>
              <a:t>t</a:t>
            </a:r>
            <a:r>
              <a:rPr b="0" lang="en-IN" sz="2450" spc="-372" strike="noStrike">
                <a:solidFill>
                  <a:srgbClr val="ffffff"/>
                </a:solidFill>
                <a:latin typeface="Verdana"/>
              </a:rPr>
              <a:t>.</a:t>
            </a:r>
            <a:r>
              <a:rPr b="0" lang="en-IN" sz="2450" spc="-216" strike="noStrike">
                <a:solidFill>
                  <a:srgbClr val="ffffff"/>
                </a:solidFill>
                <a:latin typeface="Verdana"/>
              </a:rPr>
              <a:t> </a:t>
            </a:r>
            <a:r>
              <a:rPr b="0" lang="en-IN" sz="2450" spc="182" strike="noStrike">
                <a:solidFill>
                  <a:srgbClr val="ffffff"/>
                </a:solidFill>
                <a:latin typeface="Verdana"/>
              </a:rPr>
              <a:t>W</a:t>
            </a:r>
            <a:r>
              <a:rPr b="0" lang="en-IN" sz="2450" spc="24" strike="noStrike">
                <a:solidFill>
                  <a:srgbClr val="ffffff"/>
                </a:solidFill>
                <a:latin typeface="Verdana"/>
              </a:rPr>
              <a:t>e  </a:t>
            </a:r>
            <a:r>
              <a:rPr b="0" lang="en-IN" sz="2450" spc="32" strike="noStrike">
                <a:solidFill>
                  <a:srgbClr val="ffffff"/>
                </a:solidFill>
                <a:latin typeface="Verdana"/>
              </a:rPr>
              <a:t>will</a:t>
            </a:r>
            <a:r>
              <a:rPr b="0" lang="en-IN" sz="2450" spc="-216" strike="noStrike">
                <a:solidFill>
                  <a:srgbClr val="ffffff"/>
                </a:solidFill>
                <a:latin typeface="Verdana"/>
              </a:rPr>
              <a:t> </a:t>
            </a:r>
            <a:r>
              <a:rPr b="0" lang="en-IN" sz="2450" spc="24" strike="noStrike">
                <a:solidFill>
                  <a:srgbClr val="ffffff"/>
                </a:solidFill>
                <a:latin typeface="Verdana"/>
              </a:rPr>
              <a:t>discuss</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216" strike="noStrike">
                <a:solidFill>
                  <a:srgbClr val="ffffff"/>
                </a:solidFill>
                <a:latin typeface="Verdana"/>
              </a:rPr>
              <a:t> </a:t>
            </a:r>
            <a:r>
              <a:rPr b="0" lang="en-IN" sz="2450" spc="4" strike="noStrike">
                <a:solidFill>
                  <a:srgbClr val="ffffff"/>
                </a:solidFill>
                <a:latin typeface="Verdana"/>
              </a:rPr>
              <a:t>data-driven</a:t>
            </a:r>
            <a:r>
              <a:rPr b="0" lang="en-IN" sz="2450" spc="-216" strike="noStrike">
                <a:solidFill>
                  <a:srgbClr val="ffffff"/>
                </a:solidFill>
                <a:latin typeface="Verdana"/>
              </a:rPr>
              <a:t> </a:t>
            </a:r>
            <a:r>
              <a:rPr b="0" lang="en-IN" sz="2450" spc="52" strike="noStrike">
                <a:solidFill>
                  <a:srgbClr val="ffffff"/>
                </a:solidFill>
                <a:latin typeface="Verdana"/>
              </a:rPr>
              <a:t>approach </a:t>
            </a:r>
            <a:r>
              <a:rPr b="0" lang="en-IN" sz="2450" spc="-846" strike="noStrike">
                <a:solidFill>
                  <a:srgbClr val="ffffff"/>
                </a:solidFill>
                <a:latin typeface="Verdana"/>
              </a:rPr>
              <a:t> </a:t>
            </a:r>
            <a:r>
              <a:rPr b="0" lang="en-IN" sz="2450" spc="32" strike="noStrike">
                <a:solidFill>
                  <a:srgbClr val="ffffff"/>
                </a:solidFill>
                <a:latin typeface="Verdana"/>
              </a:rPr>
              <a:t>t</a:t>
            </a:r>
            <a:r>
              <a:rPr b="0" lang="en-IN" sz="2450" spc="123" strike="noStrike">
                <a:solidFill>
                  <a:srgbClr val="ffffff"/>
                </a:solidFill>
                <a:latin typeface="Verdana"/>
              </a:rPr>
              <a:t>h</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216" strike="noStrike">
                <a:solidFill>
                  <a:srgbClr val="ffffff"/>
                </a:solidFill>
                <a:latin typeface="Verdana"/>
              </a:rPr>
              <a:t> </a:t>
            </a:r>
            <a:r>
              <a:rPr b="0" lang="en-IN" sz="2450" spc="-12" strike="noStrike">
                <a:solidFill>
                  <a:srgbClr val="ffffff"/>
                </a:solidFill>
                <a:latin typeface="Verdana"/>
              </a:rPr>
              <a:t>l</a:t>
            </a:r>
            <a:r>
              <a:rPr b="0" lang="en-IN" sz="2450" spc="9" strike="noStrike">
                <a:solidFill>
                  <a:srgbClr val="ffffff"/>
                </a:solidFill>
                <a:latin typeface="Verdana"/>
              </a:rPr>
              <a:t>e</a:t>
            </a:r>
            <a:r>
              <a:rPr b="0" lang="en-IN" sz="2450" spc="-151" strike="noStrike">
                <a:solidFill>
                  <a:srgbClr val="ffffff"/>
                </a:solidFill>
                <a:latin typeface="Verdana"/>
              </a:rPr>
              <a:t>v</a:t>
            </a:r>
            <a:r>
              <a:rPr b="0" lang="en-IN" sz="2450" spc="32" strike="noStrike">
                <a:solidFill>
                  <a:srgbClr val="ffffff"/>
                </a:solidFill>
                <a:latin typeface="Verdana"/>
              </a:rPr>
              <a:t>e</a:t>
            </a:r>
            <a:r>
              <a:rPr b="0" lang="en-IN" sz="2450" spc="-80" strike="noStrike">
                <a:solidFill>
                  <a:srgbClr val="ffffff"/>
                </a:solidFill>
                <a:latin typeface="Verdana"/>
              </a:rPr>
              <a:t>r</a:t>
            </a:r>
            <a:r>
              <a:rPr b="0" lang="en-IN" sz="2450" spc="-15" strike="noStrike">
                <a:solidFill>
                  <a:srgbClr val="ffffff"/>
                </a:solidFill>
                <a:latin typeface="Verdana"/>
              </a:rPr>
              <a:t>a</a:t>
            </a:r>
            <a:r>
              <a:rPr b="0" lang="en-IN" sz="2450" spc="97" strike="noStrike">
                <a:solidFill>
                  <a:srgbClr val="ffffff"/>
                </a:solidFill>
                <a:latin typeface="Verdana"/>
              </a:rPr>
              <a:t>ge</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32" strike="noStrike">
                <a:solidFill>
                  <a:srgbClr val="ffffff"/>
                </a:solidFill>
                <a:latin typeface="Verdana"/>
              </a:rPr>
              <a:t>t</a:t>
            </a:r>
            <a:r>
              <a:rPr b="0" lang="en-IN" sz="2450" spc="123" strike="noStrike">
                <a:solidFill>
                  <a:srgbClr val="ffffff"/>
                </a:solidFill>
                <a:latin typeface="Verdana"/>
              </a:rPr>
              <a:t>h</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48" strike="noStrike">
                <a:solidFill>
                  <a:srgbClr val="ffffff"/>
                </a:solidFill>
                <a:latin typeface="Verdana"/>
              </a:rPr>
              <a:t>p</a:t>
            </a:r>
            <a:r>
              <a:rPr b="0" lang="en-IN" sz="2450" spc="18" strike="noStrike">
                <a:solidFill>
                  <a:srgbClr val="ffffff"/>
                </a:solidFill>
                <a:latin typeface="Verdana"/>
              </a:rPr>
              <a:t>o</a:t>
            </a:r>
            <a:r>
              <a:rPr b="0" lang="en-IN" sz="2450" spc="128" strike="noStrike">
                <a:solidFill>
                  <a:srgbClr val="ffffff"/>
                </a:solidFill>
                <a:latin typeface="Verdana"/>
              </a:rPr>
              <a:t>w</a:t>
            </a:r>
            <a:r>
              <a:rPr b="0" lang="en-IN" sz="2450" spc="32" strike="noStrike">
                <a:solidFill>
                  <a:srgbClr val="ffffff"/>
                </a:solidFill>
                <a:latin typeface="Verdana"/>
              </a:rPr>
              <a:t>e</a:t>
            </a:r>
            <a:r>
              <a:rPr b="0" lang="en-IN" sz="2450" spc="-55" strike="noStrike">
                <a:solidFill>
                  <a:srgbClr val="ffffff"/>
                </a:solidFill>
                <a:latin typeface="Verdana"/>
              </a:rPr>
              <a:t>r</a:t>
            </a:r>
            <a:r>
              <a:rPr b="0" lang="en-IN" sz="2450" spc="-216" strike="noStrike">
                <a:solidFill>
                  <a:srgbClr val="ffffff"/>
                </a:solidFill>
                <a:latin typeface="Verdana"/>
              </a:rPr>
              <a:t> </a:t>
            </a:r>
            <a:r>
              <a:rPr b="0" lang="en-IN" sz="2450" spc="58" strike="noStrike">
                <a:solidFill>
                  <a:srgbClr val="ffffff"/>
                </a:solidFill>
                <a:latin typeface="Verdana"/>
              </a:rPr>
              <a:t>o</a:t>
            </a:r>
            <a:r>
              <a:rPr b="0" lang="en-IN" sz="2450" spc="-26" strike="noStrike">
                <a:solidFill>
                  <a:srgbClr val="ffffff"/>
                </a:solidFill>
                <a:latin typeface="Verdana"/>
              </a:rPr>
              <a:t>f  </a:t>
            </a:r>
            <a:r>
              <a:rPr b="0" lang="en-IN" sz="2450" spc="239" strike="noStrike">
                <a:solidFill>
                  <a:srgbClr val="ffffff"/>
                </a:solidFill>
                <a:latin typeface="Verdana"/>
              </a:rPr>
              <a:t>m</a:t>
            </a:r>
            <a:r>
              <a:rPr b="0" lang="en-IN" sz="2450" spc="-15" strike="noStrike">
                <a:solidFill>
                  <a:srgbClr val="ffffff"/>
                </a:solidFill>
                <a:latin typeface="Verdana"/>
              </a:rPr>
              <a:t>a</a:t>
            </a:r>
            <a:r>
              <a:rPr b="0" lang="en-IN" sz="2450" spc="94" strike="noStrike">
                <a:solidFill>
                  <a:srgbClr val="ffffff"/>
                </a:solidFill>
                <a:latin typeface="Verdana"/>
              </a:rPr>
              <a:t>c</a:t>
            </a:r>
            <a:r>
              <a:rPr b="0" lang="en-IN" sz="2450" spc="123" strike="noStrike">
                <a:solidFill>
                  <a:srgbClr val="ffffff"/>
                </a:solidFill>
                <a:latin typeface="Verdana"/>
              </a:rPr>
              <a:t>h</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2" strike="noStrike">
                <a:solidFill>
                  <a:srgbClr val="ffffff"/>
                </a:solidFill>
                <a:latin typeface="Verdana"/>
              </a:rPr>
              <a:t>l</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5" strike="noStrike">
                <a:solidFill>
                  <a:srgbClr val="ffffff"/>
                </a:solidFill>
                <a:latin typeface="Verdana"/>
              </a:rPr>
              <a:t>r</a:t>
            </a:r>
            <a:r>
              <a:rPr b="0" lang="en-IN" sz="2450" spc="123" strike="noStrike">
                <a:solidFill>
                  <a:srgbClr val="ffffff"/>
                </a:solidFill>
                <a:latin typeface="Verdana"/>
              </a:rPr>
              <a:t>n</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168" strike="noStrike">
                <a:solidFill>
                  <a:srgbClr val="ffffff"/>
                </a:solidFill>
                <a:latin typeface="Verdana"/>
              </a:rPr>
              <a:t>g</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12" strike="noStrike">
                <a:solidFill>
                  <a:srgbClr val="ffffff"/>
                </a:solidFill>
                <a:latin typeface="Verdana"/>
              </a:rPr>
              <a:t>l</a:t>
            </a:r>
            <a:r>
              <a:rPr b="0" lang="en-IN" sz="2450" spc="111" strike="noStrike">
                <a:solidFill>
                  <a:srgbClr val="ffffff"/>
                </a:solidFill>
                <a:latin typeface="Verdana"/>
              </a:rPr>
              <a:t>go</a:t>
            </a:r>
            <a:r>
              <a:rPr b="0" lang="en-IN" sz="2450" spc="-75" strike="noStrike">
                <a:solidFill>
                  <a:srgbClr val="ffffff"/>
                </a:solidFill>
                <a:latin typeface="Verdana"/>
              </a:rPr>
              <a:t>r</a:t>
            </a:r>
            <a:r>
              <a:rPr b="0" lang="en-IN" sz="2450" spc="-12" strike="noStrike">
                <a:solidFill>
                  <a:srgbClr val="ffffff"/>
                </a:solidFill>
                <a:latin typeface="Verdana"/>
              </a:rPr>
              <a:t>i</a:t>
            </a:r>
            <a:r>
              <a:rPr b="0" lang="en-IN" sz="2450" spc="32" strike="noStrike">
                <a:solidFill>
                  <a:srgbClr val="ffffff"/>
                </a:solidFill>
                <a:latin typeface="Verdana"/>
              </a:rPr>
              <a:t>t</a:t>
            </a:r>
            <a:r>
              <a:rPr b="0" lang="en-IN" sz="2450" spc="123" strike="noStrike">
                <a:solidFill>
                  <a:srgbClr val="ffffff"/>
                </a:solidFill>
                <a:latin typeface="Verdana"/>
              </a:rPr>
              <a:t>h</a:t>
            </a:r>
            <a:r>
              <a:rPr b="0" lang="en-IN" sz="2450" spc="83" strike="noStrike">
                <a:solidFill>
                  <a:srgbClr val="ffffff"/>
                </a:solidFill>
                <a:latin typeface="Verdana"/>
              </a:rPr>
              <a:t>ms</a:t>
            </a:r>
            <a:r>
              <a:rPr b="0" lang="en-IN" sz="2450" spc="-216" strike="noStrike">
                <a:solidFill>
                  <a:srgbClr val="ffffff"/>
                </a:solidFill>
                <a:latin typeface="Verdana"/>
              </a:rPr>
              <a:t> </a:t>
            </a:r>
            <a:r>
              <a:rPr b="0" lang="en-IN" sz="2450" spc="-15" strike="noStrike">
                <a:solidFill>
                  <a:srgbClr val="ffffff"/>
                </a:solidFill>
                <a:latin typeface="Verdana"/>
              </a:rPr>
              <a:t>t</a:t>
            </a:r>
            <a:r>
              <a:rPr b="0" lang="en-IN" sz="2450" spc="43" strike="noStrike">
                <a:solidFill>
                  <a:srgbClr val="ffffff"/>
                </a:solidFill>
                <a:latin typeface="Verdana"/>
              </a:rPr>
              <a:t>o  </a:t>
            </a:r>
            <a:r>
              <a:rPr b="0" lang="en-IN" sz="2450" spc="-12" strike="noStrike">
                <a:solidFill>
                  <a:srgbClr val="ffffff"/>
                </a:solidFill>
                <a:latin typeface="Verdana"/>
              </a:rPr>
              <a:t>i</a:t>
            </a:r>
            <a:r>
              <a:rPr b="0" lang="en-IN" sz="2450" spc="239" strike="noStrike">
                <a:solidFill>
                  <a:srgbClr val="ffffff"/>
                </a:solidFill>
                <a:latin typeface="Verdana"/>
              </a:rPr>
              <a:t>m</a:t>
            </a:r>
            <a:r>
              <a:rPr b="0" lang="en-IN" sz="2450" spc="148" strike="noStrike">
                <a:solidFill>
                  <a:srgbClr val="ffffff"/>
                </a:solidFill>
                <a:latin typeface="Verdana"/>
              </a:rPr>
              <a:t>p</a:t>
            </a:r>
            <a:r>
              <a:rPr b="0" lang="en-IN" sz="2450" spc="-92" strike="noStrike">
                <a:solidFill>
                  <a:srgbClr val="ffffff"/>
                </a:solidFill>
                <a:latin typeface="Verdana"/>
              </a:rPr>
              <a:t>r</a:t>
            </a:r>
            <a:r>
              <a:rPr b="0" lang="en-IN" sz="2450" spc="18" strike="noStrike">
                <a:solidFill>
                  <a:srgbClr val="ffffff"/>
                </a:solidFill>
                <a:latin typeface="Verdana"/>
              </a:rPr>
              <a:t>o</a:t>
            </a:r>
            <a:r>
              <a:rPr b="0" lang="en-IN" sz="2450" spc="-151" strike="noStrike">
                <a:solidFill>
                  <a:srgbClr val="ffffff"/>
                </a:solidFill>
                <a:latin typeface="Verdana"/>
              </a:rPr>
              <a:t>v</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12" strike="noStrike">
                <a:solidFill>
                  <a:srgbClr val="ffffff"/>
                </a:solidFill>
                <a:latin typeface="Verdana"/>
              </a:rPr>
              <a:t>i</a:t>
            </a:r>
            <a:r>
              <a:rPr b="0" lang="en-IN" sz="2450" spc="-72" strike="noStrike">
                <a:solidFill>
                  <a:srgbClr val="ffffff"/>
                </a:solidFill>
                <a:latin typeface="Verdana"/>
              </a:rPr>
              <a:t>s</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2" strike="noStrike">
                <a:solidFill>
                  <a:srgbClr val="ffffff"/>
                </a:solidFill>
                <a:latin typeface="Verdana"/>
              </a:rPr>
              <a:t>s</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5" strike="noStrike">
                <a:solidFill>
                  <a:srgbClr val="ffffff"/>
                </a:solidFill>
                <a:latin typeface="Verdana"/>
              </a:rPr>
              <a:t>t</a:t>
            </a:r>
            <a:r>
              <a:rPr b="0" lang="en-IN" sz="2450" spc="32" strike="noStrike">
                <a:solidFill>
                  <a:srgbClr val="ffffff"/>
                </a:solidFill>
                <a:latin typeface="Verdana"/>
              </a:rPr>
              <a:t>e</a:t>
            </a:r>
            <a:r>
              <a:rPr b="0" lang="en-IN" sz="2450" spc="123" strike="noStrike">
                <a:solidFill>
                  <a:srgbClr val="ffffff"/>
                </a:solidFill>
                <a:latin typeface="Verdana"/>
              </a:rPr>
              <a:t>c</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372" strike="noStrike">
                <a:solidFill>
                  <a:srgbClr val="ffffff"/>
                </a:solidFill>
                <a:latin typeface="Verdana"/>
              </a:rPr>
              <a:t>.</a:t>
            </a:r>
            <a:endParaRPr b="0" lang="en-IN" sz="2450" spc="-1" strike="noStrike">
              <a:latin typeface="Arial"/>
            </a:endParaRPr>
          </a:p>
        </p:txBody>
      </p:sp>
      <p:pic>
        <p:nvPicPr>
          <p:cNvPr id="88" name="object 5" descr=""/>
          <p:cNvPicPr/>
          <p:nvPr/>
        </p:nvPicPr>
        <p:blipFill>
          <a:blip r:embed="rId1"/>
          <a:stretch/>
        </p:blipFill>
        <p:spPr>
          <a:xfrm>
            <a:off x="0" y="0"/>
            <a:ext cx="9143640" cy="102866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grpSp>
        <p:nvGrpSpPr>
          <p:cNvPr id="89" name="object 2"/>
          <p:cNvGrpSpPr/>
          <p:nvPr/>
        </p:nvGrpSpPr>
        <p:grpSpPr>
          <a:xfrm>
            <a:off x="0" y="0"/>
            <a:ext cx="9143640" cy="10286640"/>
            <a:chOff x="0" y="0"/>
            <a:chExt cx="9143640" cy="10286640"/>
          </a:xfrm>
        </p:grpSpPr>
        <p:sp>
          <p:nvSpPr>
            <p:cNvPr id="90" name="object 3"/>
            <p:cNvSpPr/>
            <p:nvPr/>
          </p:nvSpPr>
          <p:spPr>
            <a:xfrm>
              <a:off x="0" y="0"/>
              <a:ext cx="9143640" cy="10286640"/>
            </a:xfrm>
            <a:custGeom>
              <a:avLst/>
              <a:gdLst/>
              <a:ahLst/>
              <a:rect l="l" t="t" r="r" b="b"/>
              <a:pathLst>
                <a:path w="9144000" h="10287000">
                  <a:moveTo>
                    <a:pt x="9144000" y="10286999"/>
                  </a:moveTo>
                  <a:lnTo>
                    <a:pt x="0" y="10286999"/>
                  </a:lnTo>
                  <a:lnTo>
                    <a:pt x="0" y="0"/>
                  </a:lnTo>
                  <a:lnTo>
                    <a:pt x="9144000" y="0"/>
                  </a:lnTo>
                  <a:lnTo>
                    <a:pt x="9144000" y="10286999"/>
                  </a:lnTo>
                  <a:close/>
                </a:path>
              </a:pathLst>
            </a:custGeom>
            <a:solidFill>
              <a:srgbClr val="000000"/>
            </a:solidFill>
            <a:ln w="0">
              <a:noFill/>
            </a:ln>
          </p:spPr>
          <p:style>
            <a:lnRef idx="0"/>
            <a:fillRef idx="0"/>
            <a:effectRef idx="0"/>
            <a:fontRef idx="minor"/>
          </p:style>
        </p:sp>
        <p:pic>
          <p:nvPicPr>
            <p:cNvPr id="91" name="object 4" descr=""/>
            <p:cNvPicPr/>
            <p:nvPr/>
          </p:nvPicPr>
          <p:blipFill>
            <a:blip r:embed="rId1"/>
            <a:stretch/>
          </p:blipFill>
          <p:spPr>
            <a:xfrm>
              <a:off x="1334880" y="1143000"/>
              <a:ext cx="6467040" cy="8000640"/>
            </a:xfrm>
            <a:prstGeom prst="rect">
              <a:avLst/>
            </a:prstGeom>
            <a:ln w="0">
              <a:noFill/>
            </a:ln>
          </p:spPr>
        </p:pic>
      </p:grpSp>
      <p:sp>
        <p:nvSpPr>
          <p:cNvPr id="92" name="PlaceHolder 1"/>
          <p:cNvSpPr>
            <a:spLocks noGrp="1"/>
          </p:cNvSpPr>
          <p:nvPr>
            <p:ph type="title"/>
          </p:nvPr>
        </p:nvSpPr>
        <p:spPr>
          <a:xfrm>
            <a:off x="10553040" y="1675080"/>
            <a:ext cx="4329720" cy="1730520"/>
          </a:xfrm>
          <a:prstGeom prst="rect">
            <a:avLst/>
          </a:prstGeom>
          <a:noFill/>
          <a:ln w="0">
            <a:noFill/>
          </a:ln>
        </p:spPr>
        <p:txBody>
          <a:bodyPr lIns="0" rIns="0" tIns="12600" bIns="0" anchor="t">
            <a:noAutofit/>
          </a:bodyPr>
          <a:p>
            <a:pPr marL="12600">
              <a:lnSpc>
                <a:spcPct val="100000"/>
              </a:lnSpc>
              <a:spcBef>
                <a:spcPts val="99"/>
              </a:spcBef>
              <a:buNone/>
            </a:pPr>
            <a:r>
              <a:rPr b="1" lang="en-IN" sz="5700" spc="9" strike="noStrike">
                <a:solidFill>
                  <a:srgbClr val="000000"/>
                </a:solidFill>
                <a:latin typeface="Cambria"/>
              </a:rPr>
              <a:t>The</a:t>
            </a:r>
            <a:r>
              <a:rPr b="1" lang="en-IN" sz="5700" spc="4" strike="noStrike">
                <a:solidFill>
                  <a:srgbClr val="000000"/>
                </a:solidFill>
                <a:latin typeface="Cambria"/>
              </a:rPr>
              <a:t> </a:t>
            </a:r>
            <a:r>
              <a:rPr b="1" lang="en-IN" sz="5700" spc="-26" strike="noStrike">
                <a:solidFill>
                  <a:srgbClr val="000000"/>
                </a:solidFill>
                <a:latin typeface="Cambria"/>
              </a:rPr>
              <a:t>Problem</a:t>
            </a:r>
            <a:endParaRPr b="0" lang="en-IN" sz="5700" spc="-1" strike="noStrike">
              <a:latin typeface="Calibri"/>
            </a:endParaRPr>
          </a:p>
        </p:txBody>
      </p:sp>
      <p:sp>
        <p:nvSpPr>
          <p:cNvPr id="93" name="object 6"/>
          <p:cNvSpPr/>
          <p:nvPr/>
        </p:nvSpPr>
        <p:spPr>
          <a:xfrm>
            <a:off x="10553040" y="2864880"/>
            <a:ext cx="6067080" cy="3049920"/>
          </a:xfrm>
          <a:prstGeom prst="rect">
            <a:avLst/>
          </a:prstGeom>
          <a:noFill/>
          <a:ln w="0">
            <a:noFill/>
          </a:ln>
        </p:spPr>
        <p:style>
          <a:lnRef idx="0"/>
          <a:fillRef idx="0"/>
          <a:effectRef idx="0"/>
          <a:fontRef idx="minor"/>
        </p:style>
        <p:txBody>
          <a:bodyPr lIns="0" rIns="0" tIns="8280" bIns="0" anchor="t">
            <a:spAutoFit/>
          </a:bodyPr>
          <a:p>
            <a:pPr marL="12600">
              <a:lnSpc>
                <a:spcPct val="102000"/>
              </a:lnSpc>
              <a:spcBef>
                <a:spcPts val="65"/>
              </a:spcBef>
              <a:buNone/>
            </a:pPr>
            <a:r>
              <a:rPr b="0" lang="en-IN" sz="2450" spc="168" strike="noStrike">
                <a:latin typeface="Verdana"/>
              </a:rPr>
              <a:t>H</a:t>
            </a:r>
            <a:r>
              <a:rPr b="0" lang="en-IN" sz="2450" spc="-7" strike="noStrike">
                <a:latin typeface="Verdana"/>
              </a:rPr>
              <a:t>e</a:t>
            </a:r>
            <a:r>
              <a:rPr b="0" lang="en-IN" sz="2450" spc="-15" strike="noStrike">
                <a:latin typeface="Verdana"/>
              </a:rPr>
              <a:t>a</a:t>
            </a:r>
            <a:r>
              <a:rPr b="0" lang="en-IN" sz="2450" spc="-21" strike="noStrike">
                <a:latin typeface="Verdana"/>
              </a:rPr>
              <a:t>r</a:t>
            </a:r>
            <a:r>
              <a:rPr b="0" lang="en-IN" sz="2450" spc="52" strike="noStrike">
                <a:latin typeface="Verdana"/>
              </a:rPr>
              <a:t>t</a:t>
            </a:r>
            <a:r>
              <a:rPr b="0" lang="en-IN" sz="2450" spc="-372" strike="noStrike">
                <a:latin typeface="Verdana"/>
              </a:rPr>
              <a:t>,</a:t>
            </a:r>
            <a:r>
              <a:rPr b="0" lang="en-IN" sz="2450" spc="-216" strike="noStrike">
                <a:latin typeface="Verdana"/>
              </a:rPr>
              <a:t> </a:t>
            </a:r>
            <a:r>
              <a:rPr b="0" lang="en-IN" sz="2450" spc="148" strike="noStrike">
                <a:latin typeface="Verdana"/>
              </a:rPr>
              <a:t>d</a:t>
            </a:r>
            <a:r>
              <a:rPr b="0" lang="en-IN" sz="2450" spc="-12" strike="noStrike">
                <a:latin typeface="Verdana"/>
              </a:rPr>
              <a:t>i</a:t>
            </a:r>
            <a:r>
              <a:rPr b="0" lang="en-IN" sz="2450" spc="-15" strike="noStrike">
                <a:latin typeface="Verdana"/>
              </a:rPr>
              <a:t>a</a:t>
            </a:r>
            <a:r>
              <a:rPr b="0" lang="en-IN" sz="2450" spc="148" strike="noStrike">
                <a:latin typeface="Verdana"/>
              </a:rPr>
              <a:t>b</a:t>
            </a:r>
            <a:r>
              <a:rPr b="0" lang="en-IN" sz="2450" spc="32" strike="noStrike">
                <a:latin typeface="Verdana"/>
              </a:rPr>
              <a:t>e</a:t>
            </a:r>
            <a:r>
              <a:rPr b="0" lang="en-IN" sz="2450" spc="-15" strike="noStrike">
                <a:latin typeface="Verdana"/>
              </a:rPr>
              <a:t>t</a:t>
            </a:r>
            <a:r>
              <a:rPr b="0" lang="en-IN" sz="2450" spc="32" strike="noStrike">
                <a:latin typeface="Verdana"/>
              </a:rPr>
              <a:t>e</a:t>
            </a:r>
            <a:r>
              <a:rPr b="0" lang="en-IN" sz="2450" spc="-72" strike="noStrike">
                <a:latin typeface="Verdana"/>
              </a:rPr>
              <a:t>s</a:t>
            </a:r>
            <a:r>
              <a:rPr b="0" lang="en-IN" sz="2450" spc="-372" strike="noStrike">
                <a:latin typeface="Verdana"/>
              </a:rPr>
              <a:t> </a:t>
            </a:r>
            <a:r>
              <a:rPr b="0" lang="en-IN" sz="2450" spc="148" strike="noStrike">
                <a:latin typeface="Verdana"/>
              </a:rPr>
              <a:t>d</a:t>
            </a:r>
            <a:r>
              <a:rPr b="0" lang="en-IN" sz="2450" spc="-12" strike="noStrike">
                <a:latin typeface="Verdana"/>
              </a:rPr>
              <a:t>i</a:t>
            </a:r>
            <a:r>
              <a:rPr b="0" lang="en-IN" sz="2450" spc="-72" strike="noStrike">
                <a:latin typeface="Verdana"/>
              </a:rPr>
              <a:t>s</a:t>
            </a:r>
            <a:r>
              <a:rPr b="0" lang="en-IN" sz="2450" spc="-7" strike="noStrike">
                <a:latin typeface="Verdana"/>
              </a:rPr>
              <a:t>e</a:t>
            </a:r>
            <a:r>
              <a:rPr b="0" lang="en-IN" sz="2450" spc="-15" strike="noStrike">
                <a:latin typeface="Verdana"/>
              </a:rPr>
              <a:t>a</a:t>
            </a:r>
            <a:r>
              <a:rPr b="0" lang="en-IN" sz="2450" spc="-72" strike="noStrike">
                <a:latin typeface="Verdana"/>
              </a:rPr>
              <a:t>s</a:t>
            </a:r>
            <a:r>
              <a:rPr b="0" lang="en-IN" sz="2450" spc="32" strike="noStrike">
                <a:latin typeface="Verdana"/>
              </a:rPr>
              <a:t>e</a:t>
            </a:r>
            <a:r>
              <a:rPr b="0" lang="en-IN" sz="2450" spc="-55" strike="noStrike">
                <a:latin typeface="Verdana"/>
              </a:rPr>
              <a:t>s  </a:t>
            </a:r>
            <a:r>
              <a:rPr b="0" lang="en-IN" sz="2450" spc="-15" strike="noStrike">
                <a:latin typeface="Verdana"/>
              </a:rPr>
              <a:t>a</a:t>
            </a:r>
            <a:r>
              <a:rPr b="0" lang="en-IN" sz="2450" spc="-92" strike="noStrike">
                <a:latin typeface="Verdana"/>
              </a:rPr>
              <a:t>r</a:t>
            </a:r>
            <a:r>
              <a:rPr b="0" lang="en-IN" sz="2450" spc="32" strike="noStrike">
                <a:latin typeface="Verdana"/>
              </a:rPr>
              <a:t>e</a:t>
            </a:r>
            <a:r>
              <a:rPr b="0" lang="en-IN" sz="2450" spc="-216" strike="noStrike">
                <a:latin typeface="Verdana"/>
              </a:rPr>
              <a:t> </a:t>
            </a:r>
            <a:r>
              <a:rPr b="0" lang="en-IN" sz="2450" spc="-15" strike="noStrike">
                <a:latin typeface="Verdana"/>
              </a:rPr>
              <a:t>a</a:t>
            </a:r>
            <a:r>
              <a:rPr b="0" lang="en-IN" sz="2450" spc="239" strike="noStrike">
                <a:latin typeface="Verdana"/>
              </a:rPr>
              <a:t>m</a:t>
            </a:r>
            <a:r>
              <a:rPr b="0" lang="en-IN" sz="2450" spc="58" strike="noStrike">
                <a:latin typeface="Verdana"/>
              </a:rPr>
              <a:t>o</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239" strike="noStrike">
                <a:latin typeface="Verdana"/>
              </a:rPr>
              <a:t>m</a:t>
            </a:r>
            <a:r>
              <a:rPr b="0" lang="en-IN" sz="2450" spc="58" strike="noStrike">
                <a:latin typeface="Verdana"/>
              </a:rPr>
              <a:t>o</a:t>
            </a:r>
            <a:r>
              <a:rPr b="0" lang="en-IN" sz="2450" spc="-72" strike="noStrike">
                <a:latin typeface="Verdana"/>
              </a:rPr>
              <a:t>s</a:t>
            </a:r>
            <a:r>
              <a:rPr b="0" lang="en-IN" sz="2450" spc="32" strike="noStrike">
                <a:latin typeface="Verdana"/>
              </a:rPr>
              <a:t>t</a:t>
            </a:r>
            <a:r>
              <a:rPr b="0" lang="en-IN" sz="2450" spc="-216" strike="noStrike">
                <a:latin typeface="Verdana"/>
              </a:rPr>
              <a:t> </a:t>
            </a:r>
            <a:r>
              <a:rPr b="0" lang="en-IN" sz="2450" spc="148" strike="noStrike">
                <a:latin typeface="Verdana"/>
              </a:rPr>
              <a:t>p</a:t>
            </a:r>
            <a:r>
              <a:rPr b="0" lang="en-IN" sz="2450" spc="-92" strike="noStrike">
                <a:latin typeface="Verdana"/>
              </a:rPr>
              <a:t>r</a:t>
            </a:r>
            <a:r>
              <a:rPr b="0" lang="en-IN" sz="2450" spc="9" strike="noStrike">
                <a:latin typeface="Verdana"/>
              </a:rPr>
              <a:t>e</a:t>
            </a:r>
            <a:r>
              <a:rPr b="0" lang="en-IN" sz="2450" spc="-151" strike="noStrike">
                <a:latin typeface="Verdana"/>
              </a:rPr>
              <a:t>v</a:t>
            </a:r>
            <a:r>
              <a:rPr b="0" lang="en-IN" sz="2450" spc="-15" strike="noStrike">
                <a:latin typeface="Verdana"/>
              </a:rPr>
              <a:t>a</a:t>
            </a:r>
            <a:r>
              <a:rPr b="0" lang="en-IN" sz="2450" spc="-12" strike="noStrike">
                <a:latin typeface="Verdana"/>
              </a:rPr>
              <a:t>l</a:t>
            </a:r>
            <a:r>
              <a:rPr b="0" lang="en-IN" sz="2450" spc="32" strike="noStrike">
                <a:latin typeface="Verdana"/>
              </a:rPr>
              <a:t>e</a:t>
            </a:r>
            <a:r>
              <a:rPr b="0" lang="en-IN" sz="2450" spc="123" strike="noStrike">
                <a:latin typeface="Verdana"/>
              </a:rPr>
              <a:t>n</a:t>
            </a:r>
            <a:r>
              <a:rPr b="0" lang="en-IN" sz="2450" spc="32" strike="noStrike">
                <a:latin typeface="Verdana"/>
              </a:rPr>
              <a:t>t</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11" strike="noStrike">
                <a:latin typeface="Verdana"/>
              </a:rPr>
              <a:t>d  d</a:t>
            </a:r>
            <a:r>
              <a:rPr b="0" lang="en-IN" sz="2450" spc="-7" strike="noStrike">
                <a:latin typeface="Verdana"/>
              </a:rPr>
              <a:t>e</a:t>
            </a:r>
            <a:r>
              <a:rPr b="0" lang="en-IN" sz="2450" spc="-15" strike="noStrike">
                <a:latin typeface="Verdana"/>
              </a:rPr>
              <a:t>a</a:t>
            </a:r>
            <a:r>
              <a:rPr b="0" lang="en-IN" sz="2450" spc="148" strike="noStrike">
                <a:latin typeface="Verdana"/>
              </a:rPr>
              <a:t>d</a:t>
            </a:r>
            <a:r>
              <a:rPr b="0" lang="en-IN" sz="2450" spc="-12" strike="noStrike">
                <a:latin typeface="Verdana"/>
              </a:rPr>
              <a:t>l</a:t>
            </a:r>
            <a:r>
              <a:rPr b="0" lang="en-IN" sz="2450" spc="-111" strike="noStrike">
                <a:latin typeface="Verdana"/>
              </a:rPr>
              <a:t>y</a:t>
            </a:r>
            <a:r>
              <a:rPr b="0" lang="en-IN" sz="2450" spc="-216" strike="noStrike">
                <a:latin typeface="Verdana"/>
              </a:rPr>
              <a:t> </a:t>
            </a:r>
            <a:r>
              <a:rPr b="0" lang="en-IN" sz="2450" spc="148" strike="noStrike">
                <a:latin typeface="Verdana"/>
              </a:rPr>
              <a:t>d</a:t>
            </a:r>
            <a:r>
              <a:rPr b="0" lang="en-IN" sz="2450" spc="-12" strike="noStrike">
                <a:latin typeface="Verdana"/>
              </a:rPr>
              <a:t>i</a:t>
            </a:r>
            <a:r>
              <a:rPr b="0" lang="en-IN" sz="2450" spc="-72" strike="noStrike">
                <a:latin typeface="Verdana"/>
              </a:rPr>
              <a:t>s</a:t>
            </a:r>
            <a:r>
              <a:rPr b="0" lang="en-IN" sz="2450" spc="-7" strike="noStrike">
                <a:latin typeface="Verdana"/>
              </a:rPr>
              <a:t>e</a:t>
            </a:r>
            <a:r>
              <a:rPr b="0" lang="en-IN" sz="2450" spc="-15" strike="noStrike">
                <a:latin typeface="Verdana"/>
              </a:rPr>
              <a:t>a</a:t>
            </a:r>
            <a:r>
              <a:rPr b="0" lang="en-IN" sz="2450" spc="-72" strike="noStrike">
                <a:latin typeface="Verdana"/>
              </a:rPr>
              <a:t>s</a:t>
            </a:r>
            <a:r>
              <a:rPr b="0" lang="en-IN" sz="2450" spc="32" strike="noStrike">
                <a:latin typeface="Verdana"/>
              </a:rPr>
              <a:t>e</a:t>
            </a:r>
            <a:r>
              <a:rPr b="0" lang="en-IN" sz="2450" spc="-72" strike="noStrike">
                <a:latin typeface="Verdana"/>
              </a:rPr>
              <a:t>s</a:t>
            </a:r>
            <a:r>
              <a:rPr b="0" lang="en-IN" sz="2450" spc="-216" strike="noStrike">
                <a:latin typeface="Verdana"/>
              </a:rPr>
              <a:t> </a:t>
            </a:r>
            <a:r>
              <a:rPr b="0" lang="en-IN" sz="2450" spc="128" strike="noStrike">
                <a:latin typeface="Verdana"/>
              </a:rPr>
              <a:t>w</a:t>
            </a:r>
            <a:r>
              <a:rPr b="0" lang="en-IN" sz="2450" spc="58" strike="noStrike">
                <a:latin typeface="Verdana"/>
              </a:rPr>
              <a:t>o</a:t>
            </a:r>
            <a:r>
              <a:rPr b="0" lang="en-IN" sz="2450" spc="-75" strike="noStrike">
                <a:latin typeface="Verdana"/>
              </a:rPr>
              <a:t>r</a:t>
            </a:r>
            <a:r>
              <a:rPr b="0" lang="en-IN" sz="2450" spc="-12" strike="noStrike">
                <a:latin typeface="Verdana"/>
              </a:rPr>
              <a:t>l</a:t>
            </a:r>
            <a:r>
              <a:rPr b="0" lang="en-IN" sz="2450" spc="148" strike="noStrike">
                <a:latin typeface="Verdana"/>
              </a:rPr>
              <a:t>d</a:t>
            </a:r>
            <a:r>
              <a:rPr b="0" lang="en-IN" sz="2450" spc="168" strike="noStrike">
                <a:latin typeface="Verdana"/>
              </a:rPr>
              <a:t>w</a:t>
            </a:r>
            <a:r>
              <a:rPr b="0" lang="en-IN" sz="2450" spc="-12" strike="noStrike">
                <a:latin typeface="Verdana"/>
              </a:rPr>
              <a:t>i</a:t>
            </a:r>
            <a:r>
              <a:rPr b="0" lang="en-IN" sz="2450" spc="148" strike="noStrike">
                <a:latin typeface="Verdana"/>
              </a:rPr>
              <a:t>d</a:t>
            </a:r>
            <a:r>
              <a:rPr b="0" lang="en-IN" sz="2450" spc="32" strike="noStrike">
                <a:latin typeface="Verdana"/>
              </a:rPr>
              <a:t>e</a:t>
            </a:r>
            <a:r>
              <a:rPr b="0" lang="en-IN" sz="2450" spc="-372" strike="noStrike">
                <a:latin typeface="Verdana"/>
              </a:rPr>
              <a:t>.</a:t>
            </a:r>
            <a:r>
              <a:rPr b="0" lang="en-IN" sz="2450" spc="-216" strike="noStrike">
                <a:latin typeface="Verdana"/>
              </a:rPr>
              <a:t> </a:t>
            </a:r>
            <a:r>
              <a:rPr b="0" lang="en-IN" sz="2450" spc="83" strike="noStrike">
                <a:latin typeface="Verdana"/>
              </a:rPr>
              <a:t>E</a:t>
            </a:r>
            <a:r>
              <a:rPr b="0" lang="en-IN" sz="2450" spc="-15" strike="noStrike">
                <a:latin typeface="Verdana"/>
              </a:rPr>
              <a:t>a</a:t>
            </a:r>
            <a:r>
              <a:rPr b="0" lang="en-IN" sz="2450" spc="-75" strike="noStrike">
                <a:latin typeface="Verdana"/>
              </a:rPr>
              <a:t>r</a:t>
            </a:r>
            <a:r>
              <a:rPr b="0" lang="en-IN" sz="2450" spc="-12" strike="noStrike">
                <a:latin typeface="Verdana"/>
              </a:rPr>
              <a:t>l</a:t>
            </a:r>
            <a:r>
              <a:rPr b="0" lang="en-IN" sz="2450" spc="-80" strike="noStrike">
                <a:latin typeface="Verdana"/>
              </a:rPr>
              <a:t>y  </a:t>
            </a:r>
            <a:r>
              <a:rPr b="0" lang="en-IN" sz="2450" spc="148" strike="noStrike">
                <a:latin typeface="Verdana"/>
              </a:rPr>
              <a:t>d</a:t>
            </a:r>
            <a:r>
              <a:rPr b="0" lang="en-IN" sz="2450" spc="32" strike="noStrike">
                <a:latin typeface="Verdana"/>
              </a:rPr>
              <a:t>e</a:t>
            </a:r>
            <a:r>
              <a:rPr b="0" lang="en-IN" sz="2450" spc="-15" strike="noStrike">
                <a:latin typeface="Verdana"/>
              </a:rPr>
              <a:t>t</a:t>
            </a:r>
            <a:r>
              <a:rPr b="0" lang="en-IN" sz="2450" spc="32" strike="noStrike">
                <a:latin typeface="Verdana"/>
              </a:rPr>
              <a:t>e</a:t>
            </a:r>
            <a:r>
              <a:rPr b="0" lang="en-IN" sz="2450" spc="123" strike="noStrike">
                <a:latin typeface="Verdana"/>
              </a:rPr>
              <a:t>c</a:t>
            </a:r>
            <a:r>
              <a:rPr b="0" lang="en-IN" sz="2450" spc="32" strike="noStrike">
                <a:latin typeface="Verdana"/>
              </a:rPr>
              <a:t>t</a:t>
            </a:r>
            <a:r>
              <a:rPr b="0" lang="en-IN" sz="2450" spc="-12" strike="noStrike">
                <a:latin typeface="Verdana"/>
              </a:rPr>
              <a:t>i</a:t>
            </a:r>
            <a:r>
              <a:rPr b="0" lang="en-IN" sz="2450" spc="58" strike="noStrike">
                <a:latin typeface="Verdana"/>
              </a:rPr>
              <a:t>o</a:t>
            </a:r>
            <a:r>
              <a:rPr b="0" lang="en-IN" sz="2450" spc="123" strike="noStrike">
                <a:latin typeface="Verdana"/>
              </a:rPr>
              <a:t>n</a:t>
            </a:r>
            <a:r>
              <a:rPr b="0" lang="en-IN" sz="2450" spc="-216" strike="noStrike">
                <a:latin typeface="Verdana"/>
              </a:rPr>
              <a:t> </a:t>
            </a:r>
            <a:r>
              <a:rPr b="0" lang="en-IN" sz="2450" spc="-12" strike="noStrike">
                <a:latin typeface="Verdana"/>
              </a:rPr>
              <a:t>i</a:t>
            </a:r>
            <a:r>
              <a:rPr b="0" lang="en-IN" sz="2450" spc="-72" strike="noStrike">
                <a:latin typeface="Verdana"/>
              </a:rPr>
              <a:t>s</a:t>
            </a:r>
            <a:r>
              <a:rPr b="0" lang="en-IN" sz="2450" spc="-216" strike="noStrike">
                <a:latin typeface="Verdana"/>
              </a:rPr>
              <a:t> </a:t>
            </a:r>
            <a:r>
              <a:rPr b="0" lang="en-IN" sz="2450" spc="-21" strike="noStrike">
                <a:latin typeface="Verdana"/>
              </a:rPr>
              <a:t>k</a:t>
            </a:r>
            <a:r>
              <a:rPr b="0" lang="en-IN" sz="2450" spc="9" strike="noStrike">
                <a:latin typeface="Verdana"/>
              </a:rPr>
              <a:t>e</a:t>
            </a:r>
            <a:r>
              <a:rPr b="0" lang="en-IN" sz="2450" spc="-111" strike="noStrike">
                <a:latin typeface="Verdana"/>
              </a:rPr>
              <a:t>y</a:t>
            </a:r>
            <a:r>
              <a:rPr b="0" lang="en-IN" sz="2450" spc="-216" strike="noStrike">
                <a:latin typeface="Verdana"/>
              </a:rPr>
              <a:t> </a:t>
            </a:r>
            <a:r>
              <a:rPr b="0" lang="en-IN" sz="2450" spc="-15" strike="noStrike">
                <a:latin typeface="Verdana"/>
              </a:rPr>
              <a:t>t</a:t>
            </a:r>
            <a:r>
              <a:rPr b="0" lang="en-IN" sz="2450" spc="58" strike="noStrike">
                <a:latin typeface="Verdana"/>
              </a:rPr>
              <a:t>o</a:t>
            </a:r>
            <a:r>
              <a:rPr b="0" lang="en-IN" sz="2450" spc="-216" strike="noStrike">
                <a:latin typeface="Verdana"/>
              </a:rPr>
              <a:t> </a:t>
            </a:r>
            <a:r>
              <a:rPr b="0" lang="en-IN" sz="2450" spc="32" strike="noStrike">
                <a:latin typeface="Verdana"/>
              </a:rPr>
              <a:t>e</a:t>
            </a:r>
            <a:r>
              <a:rPr b="0" lang="en-IN" sz="2450" spc="-26" strike="noStrike">
                <a:latin typeface="Verdana"/>
              </a:rPr>
              <a:t>f</a:t>
            </a:r>
            <a:r>
              <a:rPr b="0" lang="en-IN" sz="2450" spc="-52" strike="noStrike">
                <a:latin typeface="Verdana"/>
              </a:rPr>
              <a:t>f</a:t>
            </a:r>
            <a:r>
              <a:rPr b="0" lang="en-IN" sz="2450" spc="32" strike="noStrike">
                <a:latin typeface="Verdana"/>
              </a:rPr>
              <a:t>e</a:t>
            </a:r>
            <a:r>
              <a:rPr b="0" lang="en-IN" sz="2450" spc="123" strike="noStrike">
                <a:latin typeface="Verdana"/>
              </a:rPr>
              <a:t>c</a:t>
            </a:r>
            <a:r>
              <a:rPr b="0" lang="en-IN" sz="2450" spc="32" strike="noStrike">
                <a:latin typeface="Verdana"/>
              </a:rPr>
              <a:t>t</a:t>
            </a:r>
            <a:r>
              <a:rPr b="0" lang="en-IN" sz="2450" spc="-12" strike="noStrike">
                <a:latin typeface="Verdana"/>
              </a:rPr>
              <a:t>i</a:t>
            </a:r>
            <a:r>
              <a:rPr b="0" lang="en-IN" sz="2450" spc="-151" strike="noStrike">
                <a:latin typeface="Verdana"/>
              </a:rPr>
              <a:t>v</a:t>
            </a:r>
            <a:r>
              <a:rPr b="0" lang="en-IN" sz="2450" spc="32" strike="noStrike">
                <a:latin typeface="Verdana"/>
              </a:rPr>
              <a:t>e</a:t>
            </a:r>
            <a:r>
              <a:rPr b="0" lang="en-IN" sz="2450" spc="-216" strike="noStrike">
                <a:latin typeface="Verdana"/>
              </a:rPr>
              <a:t> </a:t>
            </a:r>
            <a:r>
              <a:rPr b="0" lang="en-IN" sz="2450" spc="32" strike="noStrike">
                <a:latin typeface="Verdana"/>
              </a:rPr>
              <a:t>t</a:t>
            </a:r>
            <a:r>
              <a:rPr b="0" lang="en-IN" sz="2450" spc="-92" strike="noStrike">
                <a:latin typeface="Verdana"/>
              </a:rPr>
              <a:t>r</a:t>
            </a:r>
            <a:r>
              <a:rPr b="0" lang="en-IN" sz="2450" spc="-7" strike="noStrike">
                <a:latin typeface="Verdana"/>
              </a:rPr>
              <a:t>e</a:t>
            </a:r>
            <a:r>
              <a:rPr b="0" lang="en-IN" sz="2450" spc="-15" strike="noStrike">
                <a:latin typeface="Verdana"/>
              </a:rPr>
              <a:t>a</a:t>
            </a:r>
            <a:r>
              <a:rPr b="0" lang="en-IN" sz="2450" spc="32" strike="noStrike">
                <a:latin typeface="Verdana"/>
              </a:rPr>
              <a:t>t</a:t>
            </a:r>
            <a:r>
              <a:rPr b="0" lang="en-IN" sz="2450" spc="239" strike="noStrike">
                <a:latin typeface="Verdana"/>
              </a:rPr>
              <a:t>m</a:t>
            </a:r>
            <a:r>
              <a:rPr b="0" lang="en-IN" sz="2450" spc="32" strike="noStrike">
                <a:latin typeface="Verdana"/>
              </a:rPr>
              <a:t>e</a:t>
            </a:r>
            <a:r>
              <a:rPr b="0" lang="en-IN" sz="2450" spc="123" strike="noStrike">
                <a:latin typeface="Verdana"/>
              </a:rPr>
              <a:t>n</a:t>
            </a:r>
            <a:r>
              <a:rPr b="0" lang="en-IN" sz="2450" spc="52" strike="noStrike">
                <a:latin typeface="Verdana"/>
              </a:rPr>
              <a:t>t</a:t>
            </a:r>
            <a:r>
              <a:rPr b="0" lang="en-IN" sz="2450" spc="-361" strike="noStrike">
                <a:latin typeface="Verdana"/>
              </a:rPr>
              <a:t>,  </a:t>
            </a:r>
            <a:r>
              <a:rPr b="0" lang="en-IN" sz="2450" spc="97" strike="noStrike">
                <a:latin typeface="Verdana"/>
              </a:rPr>
              <a:t>but </a:t>
            </a:r>
            <a:r>
              <a:rPr b="0" lang="en-IN" sz="2450" spc="32" strike="noStrike">
                <a:latin typeface="Verdana"/>
              </a:rPr>
              <a:t>current </a:t>
            </a:r>
            <a:r>
              <a:rPr b="0" lang="en-IN" sz="2450" spc="52" strike="noStrike">
                <a:latin typeface="Verdana"/>
              </a:rPr>
              <a:t>diagnostic </a:t>
            </a:r>
            <a:r>
              <a:rPr b="0" lang="en-IN" sz="2450" spc="77" strike="noStrike">
                <a:latin typeface="Verdana"/>
              </a:rPr>
              <a:t>methods </a:t>
            </a:r>
            <a:r>
              <a:rPr b="0" lang="en-IN" sz="2450" spc="-26" strike="noStrike">
                <a:latin typeface="Verdana"/>
              </a:rPr>
              <a:t>are </a:t>
            </a:r>
            <a:r>
              <a:rPr b="0" lang="en-IN" sz="2450" spc="-21" strike="noStrike">
                <a:latin typeface="Verdana"/>
              </a:rPr>
              <a:t> </a:t>
            </a:r>
            <a:r>
              <a:rPr b="0" lang="en-IN" sz="2450" spc="58" strike="noStrike">
                <a:latin typeface="Verdana"/>
              </a:rPr>
              <a:t>o</a:t>
            </a:r>
            <a:r>
              <a:rPr b="0" lang="en-IN" sz="2450" spc="-26" strike="noStrike">
                <a:latin typeface="Verdana"/>
              </a:rPr>
              <a:t>f</a:t>
            </a:r>
            <a:r>
              <a:rPr b="0" lang="en-IN" sz="2450" spc="-15" strike="noStrike">
                <a:latin typeface="Verdana"/>
              </a:rPr>
              <a:t>t</a:t>
            </a:r>
            <a:r>
              <a:rPr b="0" lang="en-IN" sz="2450" spc="32" strike="noStrike">
                <a:latin typeface="Verdana"/>
              </a:rPr>
              <a:t>e</a:t>
            </a:r>
            <a:r>
              <a:rPr b="0" lang="en-IN" sz="2450" spc="123" strike="noStrike">
                <a:latin typeface="Verdana"/>
              </a:rPr>
              <a:t>n</a:t>
            </a:r>
            <a:r>
              <a:rPr b="0" lang="en-IN" sz="2450" spc="-216" strike="noStrike">
                <a:latin typeface="Verdana"/>
              </a:rPr>
              <a:t> </a:t>
            </a:r>
            <a:r>
              <a:rPr b="0" lang="en-IN" sz="2450" spc="-12" strike="noStrike">
                <a:latin typeface="Verdana"/>
              </a:rPr>
              <a:t>i</a:t>
            </a:r>
            <a:r>
              <a:rPr b="0" lang="en-IN" sz="2450" spc="123" strike="noStrike">
                <a:latin typeface="Verdana"/>
              </a:rPr>
              <a:t>n</a:t>
            </a:r>
            <a:r>
              <a:rPr b="0" lang="en-IN" sz="2450" spc="-15" strike="noStrike">
                <a:latin typeface="Verdana"/>
              </a:rPr>
              <a:t>a</a:t>
            </a:r>
            <a:r>
              <a:rPr b="0" lang="en-IN" sz="2450" spc="89" strike="noStrike">
                <a:latin typeface="Verdana"/>
              </a:rPr>
              <a:t>c</a:t>
            </a:r>
            <a:r>
              <a:rPr b="0" lang="en-IN" sz="2450" spc="111" strike="noStrike">
                <a:latin typeface="Verdana"/>
              </a:rPr>
              <a:t>c</a:t>
            </a:r>
            <a:r>
              <a:rPr b="0" lang="en-IN" sz="2450" spc="32" strike="noStrike">
                <a:latin typeface="Verdana"/>
              </a:rPr>
              <a:t>u</a:t>
            </a:r>
            <a:r>
              <a:rPr b="0" lang="en-IN" sz="2450" spc="-1" strike="noStrike">
                <a:latin typeface="Verdana"/>
              </a:rPr>
              <a:t>r</a:t>
            </a:r>
            <a:r>
              <a:rPr b="0" lang="en-IN" sz="2450" spc="-15" strike="noStrike">
                <a:latin typeface="Verdana"/>
              </a:rPr>
              <a:t>at</a:t>
            </a:r>
            <a:r>
              <a:rPr b="0" lang="en-IN" sz="2450" spc="32" strike="noStrike">
                <a:latin typeface="Verdana"/>
              </a:rPr>
              <a:t>e</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111" strike="noStrike">
                <a:latin typeface="Verdana"/>
              </a:rPr>
              <a:t>u</a:t>
            </a:r>
            <a:r>
              <a:rPr b="0" lang="en-IN" sz="2450" spc="123" strike="noStrike">
                <a:latin typeface="Verdana"/>
              </a:rPr>
              <a:t>n</a:t>
            </a:r>
            <a:r>
              <a:rPr b="0" lang="en-IN" sz="2450" spc="-92" strike="noStrike">
                <a:latin typeface="Verdana"/>
              </a:rPr>
              <a:t>r</a:t>
            </a:r>
            <a:r>
              <a:rPr b="0" lang="en-IN" sz="2450" spc="32" strike="noStrike">
                <a:latin typeface="Verdana"/>
              </a:rPr>
              <a:t>e</a:t>
            </a:r>
            <a:r>
              <a:rPr b="0" lang="en-IN" sz="2450" spc="-12" strike="noStrike">
                <a:latin typeface="Verdana"/>
              </a:rPr>
              <a:t>li</a:t>
            </a:r>
            <a:r>
              <a:rPr b="0" lang="en-IN" sz="2450" spc="-15" strike="noStrike">
                <a:latin typeface="Verdana"/>
              </a:rPr>
              <a:t>a</a:t>
            </a:r>
            <a:r>
              <a:rPr b="0" lang="en-IN" sz="2450" spc="148" strike="noStrike">
                <a:latin typeface="Verdana"/>
              </a:rPr>
              <a:t>b</a:t>
            </a:r>
            <a:r>
              <a:rPr b="0" lang="en-IN" sz="2450" spc="-12" strike="noStrike">
                <a:latin typeface="Verdana"/>
              </a:rPr>
              <a:t>l</a:t>
            </a:r>
            <a:r>
              <a:rPr b="0" lang="en-IN" sz="2450" spc="32" strike="noStrike">
                <a:latin typeface="Verdana"/>
              </a:rPr>
              <a:t>e</a:t>
            </a:r>
            <a:r>
              <a:rPr b="0" lang="en-IN" sz="2450" spc="-372" strike="noStrike">
                <a:latin typeface="Verdana"/>
              </a:rPr>
              <a:t>.</a:t>
            </a:r>
            <a:r>
              <a:rPr b="0" lang="en-IN" sz="2450" spc="-216" strike="noStrike">
                <a:latin typeface="Verdana"/>
              </a:rPr>
              <a:t> </a:t>
            </a:r>
            <a:r>
              <a:rPr b="0" lang="en-IN" sz="2450" spc="-92" strike="noStrike">
                <a:latin typeface="Verdana"/>
              </a:rPr>
              <a:t>T</a:t>
            </a:r>
            <a:r>
              <a:rPr b="0" lang="en-IN" sz="2450" spc="123" strike="noStrike">
                <a:latin typeface="Verdana"/>
              </a:rPr>
              <a:t>h</a:t>
            </a:r>
            <a:r>
              <a:rPr b="0" lang="en-IN" sz="2450" spc="-12" strike="noStrike">
                <a:latin typeface="Verdana"/>
              </a:rPr>
              <a:t>i</a:t>
            </a:r>
            <a:r>
              <a:rPr b="0" lang="en-IN" sz="2450" spc="-55" strike="noStrike">
                <a:latin typeface="Verdana"/>
              </a:rPr>
              <a:t>s  </a:t>
            </a:r>
            <a:r>
              <a:rPr b="0" lang="en-IN" sz="2450" spc="-12" strike="noStrike">
                <a:latin typeface="Verdana"/>
              </a:rPr>
              <a:t>l</a:t>
            </a:r>
            <a:r>
              <a:rPr b="0" lang="en-IN" sz="2450" spc="-7" strike="noStrike">
                <a:latin typeface="Verdana"/>
              </a:rPr>
              <a:t>e</a:t>
            </a:r>
            <a:r>
              <a:rPr b="0" lang="en-IN" sz="2450" spc="-15" strike="noStrike">
                <a:latin typeface="Verdana"/>
              </a:rPr>
              <a:t>a</a:t>
            </a:r>
            <a:r>
              <a:rPr b="0" lang="en-IN" sz="2450" spc="148" strike="noStrike">
                <a:latin typeface="Verdana"/>
              </a:rPr>
              <a:t>d</a:t>
            </a:r>
            <a:r>
              <a:rPr b="0" lang="en-IN" sz="2450" spc="-72" strike="noStrike">
                <a:latin typeface="Verdana"/>
              </a:rPr>
              <a:t>s</a:t>
            </a:r>
            <a:r>
              <a:rPr b="0" lang="en-IN" sz="2450" spc="-216" strike="noStrike">
                <a:latin typeface="Verdana"/>
              </a:rPr>
              <a:t> </a:t>
            </a:r>
            <a:r>
              <a:rPr b="0" lang="en-IN" sz="2450" spc="-15" strike="noStrike">
                <a:latin typeface="Verdana"/>
              </a:rPr>
              <a:t>t</a:t>
            </a:r>
            <a:r>
              <a:rPr b="0" lang="en-IN" sz="2450" spc="58" strike="noStrike">
                <a:latin typeface="Verdana"/>
              </a:rPr>
              <a:t>o</a:t>
            </a:r>
            <a:r>
              <a:rPr b="0" lang="en-IN" sz="2450" spc="-216" strike="noStrike">
                <a:latin typeface="Verdana"/>
              </a:rPr>
              <a:t> </a:t>
            </a:r>
            <a:r>
              <a:rPr b="0" lang="en-IN" sz="2450" spc="148" strike="noStrike">
                <a:latin typeface="Verdana"/>
              </a:rPr>
              <a:t>d</a:t>
            </a:r>
            <a:r>
              <a:rPr b="0" lang="en-IN" sz="2450" spc="32" strike="noStrike">
                <a:latin typeface="Verdana"/>
              </a:rPr>
              <a:t>e</a:t>
            </a:r>
            <a:r>
              <a:rPr b="0" lang="en-IN" sz="2450" spc="-12" strike="noStrike">
                <a:latin typeface="Verdana"/>
              </a:rPr>
              <a:t>l</a:t>
            </a:r>
            <a:r>
              <a:rPr b="0" lang="en-IN" sz="2450" spc="-41" strike="noStrike">
                <a:latin typeface="Verdana"/>
              </a:rPr>
              <a:t>a</a:t>
            </a:r>
            <a:r>
              <a:rPr b="0" lang="en-IN" sz="2450" spc="-151" strike="noStrike">
                <a:latin typeface="Verdana"/>
              </a:rPr>
              <a:t>y</a:t>
            </a:r>
            <a:r>
              <a:rPr b="0" lang="en-IN" sz="2450" spc="32" strike="noStrike">
                <a:latin typeface="Verdana"/>
              </a:rPr>
              <a:t>e</a:t>
            </a:r>
            <a:r>
              <a:rPr b="0" lang="en-IN" sz="2450" spc="148" strike="noStrike">
                <a:latin typeface="Verdana"/>
              </a:rPr>
              <a:t>d</a:t>
            </a:r>
            <a:r>
              <a:rPr b="0" lang="en-IN" sz="2450" spc="-216" strike="noStrike">
                <a:latin typeface="Verdana"/>
              </a:rPr>
              <a:t> </a:t>
            </a:r>
            <a:r>
              <a:rPr b="0" lang="en-IN" sz="2450" spc="32" strike="noStrike">
                <a:latin typeface="Verdana"/>
              </a:rPr>
              <a:t>t</a:t>
            </a:r>
            <a:r>
              <a:rPr b="0" lang="en-IN" sz="2450" spc="-92" strike="noStrike">
                <a:latin typeface="Verdana"/>
              </a:rPr>
              <a:t>r</a:t>
            </a:r>
            <a:r>
              <a:rPr b="0" lang="en-IN" sz="2450" spc="-7" strike="noStrike">
                <a:latin typeface="Verdana"/>
              </a:rPr>
              <a:t>e</a:t>
            </a:r>
            <a:r>
              <a:rPr b="0" lang="en-IN" sz="2450" spc="-15" strike="noStrike">
                <a:latin typeface="Verdana"/>
              </a:rPr>
              <a:t>a</a:t>
            </a:r>
            <a:r>
              <a:rPr b="0" lang="en-IN" sz="2450" spc="32" strike="noStrike">
                <a:latin typeface="Verdana"/>
              </a:rPr>
              <a:t>t</a:t>
            </a:r>
            <a:r>
              <a:rPr b="0" lang="en-IN" sz="2450" spc="239" strike="noStrike">
                <a:latin typeface="Verdana"/>
              </a:rPr>
              <a:t>m</a:t>
            </a:r>
            <a:r>
              <a:rPr b="0" lang="en-IN" sz="2450" spc="32" strike="noStrike">
                <a:latin typeface="Verdana"/>
              </a:rPr>
              <a:t>e</a:t>
            </a:r>
            <a:r>
              <a:rPr b="0" lang="en-IN" sz="2450" spc="123" strike="noStrike">
                <a:latin typeface="Verdana"/>
              </a:rPr>
              <a:t>n</a:t>
            </a:r>
            <a:r>
              <a:rPr b="0" lang="en-IN" sz="2450" spc="32" strike="noStrike">
                <a:latin typeface="Verdana"/>
              </a:rPr>
              <a:t>t</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03" strike="noStrike">
                <a:latin typeface="Verdana"/>
              </a:rPr>
              <a:t>d  </a:t>
            </a:r>
            <a:r>
              <a:rPr b="0" lang="en-IN" sz="2450" spc="24" strike="noStrike">
                <a:latin typeface="Verdana"/>
              </a:rPr>
              <a:t>poorer</a:t>
            </a:r>
            <a:r>
              <a:rPr b="0" lang="en-IN" sz="2450" spc="-216" strike="noStrike">
                <a:latin typeface="Verdana"/>
              </a:rPr>
              <a:t> </a:t>
            </a:r>
            <a:r>
              <a:rPr b="0" lang="en-IN" sz="2450" spc="38" strike="noStrike">
                <a:latin typeface="Verdana"/>
              </a:rPr>
              <a:t>health</a:t>
            </a:r>
            <a:r>
              <a:rPr b="0" lang="en-IN" sz="2450" spc="-216" strike="noStrike">
                <a:latin typeface="Verdana"/>
              </a:rPr>
              <a:t> </a:t>
            </a:r>
            <a:r>
              <a:rPr b="0" lang="en-IN" sz="2450" spc="63" strike="noStrike">
                <a:latin typeface="Verdana"/>
              </a:rPr>
              <a:t>outcomes</a:t>
            </a:r>
            <a:r>
              <a:rPr b="0" lang="en-IN" sz="2450" spc="-216" strike="noStrike">
                <a:latin typeface="Verdana"/>
              </a:rPr>
              <a:t> </a:t>
            </a:r>
            <a:r>
              <a:rPr b="0" lang="en-IN" sz="2450" spc="-15" strike="noStrike">
                <a:latin typeface="Verdana"/>
              </a:rPr>
              <a:t>for</a:t>
            </a:r>
            <a:r>
              <a:rPr b="0" lang="en-IN" sz="2450" spc="-216" strike="noStrike">
                <a:latin typeface="Verdana"/>
              </a:rPr>
              <a:t> </a:t>
            </a:r>
            <a:r>
              <a:rPr b="0" lang="en-IN" sz="2450" spc="-12" strike="noStrike">
                <a:latin typeface="Verdana"/>
              </a:rPr>
              <a:t>patients.</a:t>
            </a:r>
            <a:endParaRPr b="0" lang="en-IN" sz="24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94" name="object 2"/>
          <p:cNvSpPr/>
          <p:nvPr/>
        </p:nvSpPr>
        <p:spPr>
          <a:xfrm>
            <a:off x="0" y="0"/>
            <a:ext cx="18287640" cy="10286640"/>
          </a:xfrm>
          <a:custGeom>
            <a:avLst/>
            <a:gdLst/>
            <a:ahLst/>
            <a:rect l="l" t="t" r="r" b="b"/>
            <a:pathLst>
              <a:path w="18288000" h="10287000">
                <a:moveTo>
                  <a:pt x="0" y="0"/>
                </a:moveTo>
                <a:lnTo>
                  <a:pt x="18287999" y="0"/>
                </a:lnTo>
                <a:lnTo>
                  <a:pt x="18287999" y="10286999"/>
                </a:lnTo>
                <a:lnTo>
                  <a:pt x="0" y="10286999"/>
                </a:lnTo>
                <a:lnTo>
                  <a:pt x="0" y="0"/>
                </a:lnTo>
                <a:close/>
              </a:path>
            </a:pathLst>
          </a:custGeom>
          <a:solidFill>
            <a:srgbClr val="000000"/>
          </a:solidFill>
          <a:ln w="0">
            <a:noFill/>
          </a:ln>
        </p:spPr>
        <p:style>
          <a:lnRef idx="0"/>
          <a:fillRef idx="0"/>
          <a:effectRef idx="0"/>
          <a:fontRef idx="minor"/>
        </p:style>
      </p:sp>
      <p:sp>
        <p:nvSpPr>
          <p:cNvPr id="95" name="PlaceHolder 1"/>
          <p:cNvSpPr>
            <a:spLocks noGrp="1"/>
          </p:cNvSpPr>
          <p:nvPr>
            <p:ph type="title"/>
          </p:nvPr>
        </p:nvSpPr>
        <p:spPr>
          <a:xfrm>
            <a:off x="11062440" y="2064960"/>
            <a:ext cx="3534120" cy="1733760"/>
          </a:xfrm>
          <a:prstGeom prst="rect">
            <a:avLst/>
          </a:prstGeom>
          <a:noFill/>
          <a:ln w="0">
            <a:noFill/>
          </a:ln>
        </p:spPr>
        <p:txBody>
          <a:bodyPr lIns="0" rIns="0" tIns="15840" bIns="0" anchor="t">
            <a:noAutofit/>
          </a:bodyPr>
          <a:p>
            <a:pPr marL="12600">
              <a:lnSpc>
                <a:spcPct val="100000"/>
              </a:lnSpc>
              <a:spcBef>
                <a:spcPts val="125"/>
              </a:spcBef>
              <a:buNone/>
            </a:pPr>
            <a:r>
              <a:rPr b="1" lang="en-IN" sz="4650" spc="18" strike="noStrike">
                <a:solidFill>
                  <a:srgbClr val="ffffff"/>
                </a:solidFill>
                <a:latin typeface="Cambria"/>
              </a:rPr>
              <a:t>The </a:t>
            </a:r>
            <a:r>
              <a:rPr b="1" lang="en-IN" sz="4650" spc="38" strike="noStrike">
                <a:solidFill>
                  <a:srgbClr val="ffffff"/>
                </a:solidFill>
                <a:latin typeface="Cambria"/>
              </a:rPr>
              <a:t>Solution</a:t>
            </a:r>
            <a:endParaRPr b="0" lang="en-IN" sz="4650" spc="-1" strike="noStrike">
              <a:latin typeface="Calibri"/>
            </a:endParaRPr>
          </a:p>
        </p:txBody>
      </p:sp>
      <p:sp>
        <p:nvSpPr>
          <p:cNvPr id="96" name="object 4"/>
          <p:cNvSpPr/>
          <p:nvPr/>
        </p:nvSpPr>
        <p:spPr>
          <a:xfrm>
            <a:off x="11062080" y="3211560"/>
            <a:ext cx="5491800" cy="3808080"/>
          </a:xfrm>
          <a:prstGeom prst="rect">
            <a:avLst/>
          </a:prstGeom>
          <a:noFill/>
          <a:ln w="0">
            <a:noFill/>
          </a:ln>
        </p:spPr>
        <p:style>
          <a:lnRef idx="0"/>
          <a:fillRef idx="0"/>
          <a:effectRef idx="0"/>
          <a:fontRef idx="minor"/>
        </p:style>
        <p:txBody>
          <a:bodyPr lIns="0" rIns="0" tIns="6840" bIns="0" anchor="t">
            <a:spAutoFit/>
          </a:bodyPr>
          <a:p>
            <a:pPr marL="12600">
              <a:lnSpc>
                <a:spcPct val="102000"/>
              </a:lnSpc>
              <a:spcBef>
                <a:spcPts val="54"/>
              </a:spcBef>
              <a:buNone/>
            </a:pPr>
            <a:r>
              <a:rPr b="0" lang="en-IN" sz="2450" spc="77" strike="noStrike">
                <a:solidFill>
                  <a:srgbClr val="ffffff"/>
                </a:solidFill>
                <a:latin typeface="Verdana"/>
              </a:rPr>
              <a:t>A</a:t>
            </a:r>
            <a:r>
              <a:rPr b="0" lang="en-IN" sz="2450" spc="148" strike="noStrike">
                <a:solidFill>
                  <a:srgbClr val="ffffff"/>
                </a:solidFill>
                <a:latin typeface="Verdana"/>
              </a:rPr>
              <a:t>d</a:t>
            </a:r>
            <a:r>
              <a:rPr b="0" lang="en-IN" sz="2450" spc="-151" strike="noStrike">
                <a:solidFill>
                  <a:srgbClr val="ffffff"/>
                </a:solidFill>
                <a:latin typeface="Verdana"/>
              </a:rPr>
              <a:t>v</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89" strike="noStrike">
                <a:solidFill>
                  <a:srgbClr val="ffffff"/>
                </a:solidFill>
                <a:latin typeface="Verdana"/>
              </a:rPr>
              <a:t>c</a:t>
            </a:r>
            <a:r>
              <a:rPr b="0" lang="en-IN" sz="2450" spc="32" strike="noStrike">
                <a:solidFill>
                  <a:srgbClr val="ffffff"/>
                </a:solidFill>
                <a:latin typeface="Verdana"/>
              </a:rPr>
              <a:t>e</a:t>
            </a:r>
            <a:r>
              <a:rPr b="0" lang="en-IN" sz="2450" spc="148" strike="noStrike">
                <a:solidFill>
                  <a:srgbClr val="ffffff"/>
                </a:solidFill>
                <a:latin typeface="Verdana"/>
              </a:rPr>
              <a:t>d</a:t>
            </a:r>
            <a:r>
              <a:rPr b="0" lang="en-IN" sz="2450" spc="-216" strike="noStrike">
                <a:solidFill>
                  <a:srgbClr val="ffffff"/>
                </a:solidFill>
                <a:latin typeface="Verdana"/>
              </a:rPr>
              <a:t> </a:t>
            </a:r>
            <a:r>
              <a:rPr b="0" lang="en-IN" sz="2450" spc="239" strike="noStrike">
                <a:solidFill>
                  <a:srgbClr val="ffffff"/>
                </a:solidFill>
                <a:latin typeface="Verdana"/>
              </a:rPr>
              <a:t>m</a:t>
            </a:r>
            <a:r>
              <a:rPr b="0" lang="en-IN" sz="2450" spc="-15" strike="noStrike">
                <a:solidFill>
                  <a:srgbClr val="ffffff"/>
                </a:solidFill>
                <a:latin typeface="Verdana"/>
              </a:rPr>
              <a:t>a</a:t>
            </a:r>
            <a:r>
              <a:rPr b="0" lang="en-IN" sz="2450" spc="94" strike="noStrike">
                <a:solidFill>
                  <a:srgbClr val="ffffff"/>
                </a:solidFill>
                <a:latin typeface="Verdana"/>
              </a:rPr>
              <a:t>c</a:t>
            </a:r>
            <a:r>
              <a:rPr b="0" lang="en-IN" sz="2450" spc="123" strike="noStrike">
                <a:solidFill>
                  <a:srgbClr val="ffffff"/>
                </a:solidFill>
                <a:latin typeface="Verdana"/>
              </a:rPr>
              <a:t>h</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2" strike="noStrike">
                <a:solidFill>
                  <a:srgbClr val="ffffff"/>
                </a:solidFill>
                <a:latin typeface="Verdana"/>
              </a:rPr>
              <a:t>l</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5" strike="noStrike">
                <a:solidFill>
                  <a:srgbClr val="ffffff"/>
                </a:solidFill>
                <a:latin typeface="Verdana"/>
              </a:rPr>
              <a:t>r</a:t>
            </a:r>
            <a:r>
              <a:rPr b="0" lang="en-IN" sz="2450" spc="123" strike="noStrike">
                <a:solidFill>
                  <a:srgbClr val="ffffff"/>
                </a:solidFill>
                <a:latin typeface="Verdana"/>
              </a:rPr>
              <a:t>n</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117" strike="noStrike">
                <a:solidFill>
                  <a:srgbClr val="ffffff"/>
                </a:solidFill>
                <a:latin typeface="Verdana"/>
              </a:rPr>
              <a:t>g  </a:t>
            </a:r>
            <a:r>
              <a:rPr b="0" lang="en-IN" sz="2450" spc="239" strike="noStrike">
                <a:solidFill>
                  <a:srgbClr val="ffffff"/>
                </a:solidFill>
                <a:latin typeface="Verdana"/>
              </a:rPr>
              <a:t>m</a:t>
            </a:r>
            <a:r>
              <a:rPr b="0" lang="en-IN" sz="2450" spc="58" strike="noStrike">
                <a:solidFill>
                  <a:srgbClr val="ffffff"/>
                </a:solidFill>
                <a:latin typeface="Verdana"/>
              </a:rPr>
              <a:t>o</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2" strike="noStrike">
                <a:solidFill>
                  <a:srgbClr val="ffffff"/>
                </a:solidFill>
                <a:latin typeface="Verdana"/>
              </a:rPr>
              <a:t>l</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111" strike="noStrike">
                <a:solidFill>
                  <a:srgbClr val="ffffff"/>
                </a:solidFill>
                <a:latin typeface="Verdana"/>
              </a:rPr>
              <a:t>c</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12" strike="noStrike">
                <a:solidFill>
                  <a:srgbClr val="ffffff"/>
                </a:solidFill>
                <a:latin typeface="Verdana"/>
              </a:rPr>
              <a:t>i</a:t>
            </a:r>
            <a:r>
              <a:rPr b="0" lang="en-IN" sz="2450" spc="239" strike="noStrike">
                <a:solidFill>
                  <a:srgbClr val="ffffff"/>
                </a:solidFill>
                <a:latin typeface="Verdana"/>
              </a:rPr>
              <a:t>m</a:t>
            </a:r>
            <a:r>
              <a:rPr b="0" lang="en-IN" sz="2450" spc="148" strike="noStrike">
                <a:solidFill>
                  <a:srgbClr val="ffffff"/>
                </a:solidFill>
                <a:latin typeface="Verdana"/>
              </a:rPr>
              <a:t>p</a:t>
            </a:r>
            <a:r>
              <a:rPr b="0" lang="en-IN" sz="2450" spc="-92" strike="noStrike">
                <a:solidFill>
                  <a:srgbClr val="ffffff"/>
                </a:solidFill>
                <a:latin typeface="Verdana"/>
              </a:rPr>
              <a:t>r</a:t>
            </a:r>
            <a:r>
              <a:rPr b="0" lang="en-IN" sz="2450" spc="18" strike="noStrike">
                <a:solidFill>
                  <a:srgbClr val="ffffff"/>
                </a:solidFill>
                <a:latin typeface="Verdana"/>
              </a:rPr>
              <a:t>o</a:t>
            </a:r>
            <a:r>
              <a:rPr b="0" lang="en-IN" sz="2450" spc="-151" strike="noStrike">
                <a:solidFill>
                  <a:srgbClr val="ffffff"/>
                </a:solidFill>
                <a:latin typeface="Verdana"/>
              </a:rPr>
              <a:t>v</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12" strike="noStrike">
                <a:solidFill>
                  <a:srgbClr val="ffffff"/>
                </a:solidFill>
                <a:latin typeface="Verdana"/>
              </a:rPr>
              <a:t>i</a:t>
            </a:r>
            <a:r>
              <a:rPr b="0" lang="en-IN" sz="2450" spc="-72" strike="noStrike">
                <a:solidFill>
                  <a:srgbClr val="ffffff"/>
                </a:solidFill>
                <a:latin typeface="Verdana"/>
              </a:rPr>
              <a:t>s</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72" strike="noStrike">
                <a:solidFill>
                  <a:srgbClr val="ffffff"/>
                </a:solidFill>
                <a:latin typeface="Verdana"/>
              </a:rPr>
              <a:t>s</a:t>
            </a:r>
            <a:r>
              <a:rPr b="0" lang="en-IN" sz="2450" spc="24" strike="noStrike">
                <a:solidFill>
                  <a:srgbClr val="ffffff"/>
                </a:solidFill>
                <a:latin typeface="Verdana"/>
              </a:rPr>
              <a:t>e  </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5" strike="noStrike">
                <a:solidFill>
                  <a:srgbClr val="ffffff"/>
                </a:solidFill>
                <a:latin typeface="Verdana"/>
              </a:rPr>
              <a:t>t</a:t>
            </a:r>
            <a:r>
              <a:rPr b="0" lang="en-IN" sz="2450" spc="32" strike="noStrike">
                <a:solidFill>
                  <a:srgbClr val="ffffff"/>
                </a:solidFill>
                <a:latin typeface="Verdana"/>
              </a:rPr>
              <a:t>e</a:t>
            </a:r>
            <a:r>
              <a:rPr b="0" lang="en-IN" sz="2450" spc="123" strike="noStrike">
                <a:solidFill>
                  <a:srgbClr val="ffffff"/>
                </a:solidFill>
                <a:latin typeface="Verdana"/>
              </a:rPr>
              <a:t>c</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89" strike="noStrike">
                <a:solidFill>
                  <a:srgbClr val="ffffff"/>
                </a:solidFill>
                <a:latin typeface="Verdana"/>
              </a:rPr>
              <a:t>c</a:t>
            </a:r>
            <a:r>
              <a:rPr b="0" lang="en-IN" sz="2450" spc="111" strike="noStrike">
                <a:solidFill>
                  <a:srgbClr val="ffffff"/>
                </a:solidFill>
                <a:latin typeface="Verdana"/>
              </a:rPr>
              <a:t>c</a:t>
            </a:r>
            <a:r>
              <a:rPr b="0" lang="en-IN" sz="2450" spc="32" strike="noStrike">
                <a:solidFill>
                  <a:srgbClr val="ffffff"/>
                </a:solidFill>
                <a:latin typeface="Verdana"/>
              </a:rPr>
              <a:t>u</a:t>
            </a:r>
            <a:r>
              <a:rPr b="0" lang="en-IN" sz="2450" spc="-1" strike="noStrike">
                <a:solidFill>
                  <a:srgbClr val="ffffff"/>
                </a:solidFill>
                <a:latin typeface="Verdana"/>
              </a:rPr>
              <a:t>r</a:t>
            </a:r>
            <a:r>
              <a:rPr b="0" lang="en-IN" sz="2450" spc="-12" strike="noStrike">
                <a:solidFill>
                  <a:srgbClr val="ffffff"/>
                </a:solidFill>
                <a:latin typeface="Verdana"/>
              </a:rPr>
              <a:t>a</a:t>
            </a:r>
            <a:r>
              <a:rPr b="0" lang="en-IN" sz="2450" spc="94" strike="noStrike">
                <a:solidFill>
                  <a:srgbClr val="ffffff"/>
                </a:solidFill>
                <a:latin typeface="Verdana"/>
              </a:rPr>
              <a:t>c</a:t>
            </a:r>
            <a:r>
              <a:rPr b="0" lang="en-IN" sz="2450" spc="-111" strike="noStrike">
                <a:solidFill>
                  <a:srgbClr val="ffffff"/>
                </a:solidFill>
                <a:latin typeface="Verdana"/>
              </a:rPr>
              <a:t>y</a:t>
            </a:r>
            <a:r>
              <a:rPr b="0" lang="en-IN" sz="2450" spc="-216" strike="noStrike">
                <a:solidFill>
                  <a:srgbClr val="ffffff"/>
                </a:solidFill>
                <a:latin typeface="Verdana"/>
              </a:rPr>
              <a:t> </a:t>
            </a:r>
            <a:r>
              <a:rPr b="0" lang="en-IN" sz="2450" spc="109" strike="noStrike">
                <a:solidFill>
                  <a:srgbClr val="ffffff"/>
                </a:solidFill>
                <a:latin typeface="Verdana"/>
              </a:rPr>
              <a:t>b</a:t>
            </a:r>
            <a:r>
              <a:rPr b="0" lang="en-IN" sz="2450" spc="-111" strike="noStrike">
                <a:solidFill>
                  <a:srgbClr val="ffffff"/>
                </a:solidFill>
                <a:latin typeface="Verdana"/>
              </a:rPr>
              <a:t>y</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15" strike="noStrike">
                <a:solidFill>
                  <a:srgbClr val="ffffff"/>
                </a:solidFill>
                <a:latin typeface="Verdana"/>
              </a:rPr>
              <a:t>a</a:t>
            </a:r>
            <a:r>
              <a:rPr b="0" lang="en-IN" sz="2450" spc="-12" strike="noStrike">
                <a:solidFill>
                  <a:srgbClr val="ffffff"/>
                </a:solidFill>
                <a:latin typeface="Verdana"/>
              </a:rPr>
              <a:t>l</a:t>
            </a:r>
            <a:r>
              <a:rPr b="0" lang="en-IN" sz="2450" spc="-137" strike="noStrike">
                <a:solidFill>
                  <a:srgbClr val="ffffff"/>
                </a:solidFill>
                <a:latin typeface="Verdana"/>
              </a:rPr>
              <a:t>y</a:t>
            </a:r>
            <a:r>
              <a:rPr b="0" lang="en-IN" sz="2450" spc="-26" strike="noStrike">
                <a:solidFill>
                  <a:srgbClr val="ffffff"/>
                </a:solidFill>
                <a:latin typeface="Verdana"/>
              </a:rPr>
              <a:t>z</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117" strike="noStrike">
                <a:solidFill>
                  <a:srgbClr val="ffffff"/>
                </a:solidFill>
                <a:latin typeface="Verdana"/>
              </a:rPr>
              <a:t>g  </a:t>
            </a:r>
            <a:r>
              <a:rPr b="0" lang="en-IN" sz="2450" spc="-12" strike="noStrike">
                <a:solidFill>
                  <a:srgbClr val="ffffff"/>
                </a:solidFill>
                <a:latin typeface="Verdana"/>
              </a:rPr>
              <a:t>l</a:t>
            </a:r>
            <a:r>
              <a:rPr b="0" lang="en-IN" sz="2450" spc="-15" strike="noStrike">
                <a:solidFill>
                  <a:srgbClr val="ffffff"/>
                </a:solidFill>
                <a:latin typeface="Verdana"/>
              </a:rPr>
              <a:t>a</a:t>
            </a:r>
            <a:r>
              <a:rPr b="0" lang="en-IN" sz="2450" spc="-92" strike="noStrike">
                <a:solidFill>
                  <a:srgbClr val="ffffff"/>
                </a:solidFill>
                <a:latin typeface="Verdana"/>
              </a:rPr>
              <a:t>r</a:t>
            </a:r>
            <a:r>
              <a:rPr b="0" lang="en-IN" sz="2450" spc="97" strike="noStrike">
                <a:solidFill>
                  <a:srgbClr val="ffffff"/>
                </a:solidFill>
                <a:latin typeface="Verdana"/>
              </a:rPr>
              <a:t>ge</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239" strike="noStrike">
                <a:solidFill>
                  <a:srgbClr val="ffffff"/>
                </a:solidFill>
                <a:latin typeface="Verdana"/>
              </a:rPr>
              <a:t>m</a:t>
            </a:r>
            <a:r>
              <a:rPr b="0" lang="en-IN" sz="2450" spc="58" strike="noStrike">
                <a:solidFill>
                  <a:srgbClr val="ffffff"/>
                </a:solidFill>
                <a:latin typeface="Verdana"/>
              </a:rPr>
              <a:t>o</a:t>
            </a:r>
            <a:r>
              <a:rPr b="0" lang="en-IN" sz="2450" spc="117" strike="noStrike">
                <a:solidFill>
                  <a:srgbClr val="ffffff"/>
                </a:solidFill>
                <a:latin typeface="Verdana"/>
              </a:rPr>
              <a:t>un</a:t>
            </a:r>
            <a:r>
              <a:rPr b="0" lang="en-IN" sz="2450" spc="32" strike="noStrike">
                <a:solidFill>
                  <a:srgbClr val="ffffff"/>
                </a:solidFill>
                <a:latin typeface="Verdana"/>
              </a:rPr>
              <a:t>t</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58" strike="noStrike">
                <a:solidFill>
                  <a:srgbClr val="ffffff"/>
                </a:solidFill>
                <a:latin typeface="Verdana"/>
              </a:rPr>
              <a:t>o</a:t>
            </a:r>
            <a:r>
              <a:rPr b="0" lang="en-IN" sz="2450" spc="-26" strike="noStrike">
                <a:solidFill>
                  <a:srgbClr val="ffffff"/>
                </a:solidFill>
                <a:latin typeface="Verdana"/>
              </a:rPr>
              <a:t>f</a:t>
            </a:r>
            <a:r>
              <a:rPr b="0" lang="en-IN" sz="2450" spc="-216" strike="noStrike">
                <a:solidFill>
                  <a:srgbClr val="ffffff"/>
                </a:solidFill>
                <a:latin typeface="Verdana"/>
              </a:rPr>
              <a:t> </a:t>
            </a:r>
            <a:r>
              <a:rPr b="0" lang="en-IN" sz="2450" spc="137" strike="noStrike">
                <a:solidFill>
                  <a:srgbClr val="ffffff"/>
                </a:solidFill>
                <a:latin typeface="Verdana"/>
              </a:rPr>
              <a:t>p</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32" strike="noStrike">
                <a:solidFill>
                  <a:srgbClr val="ffffff"/>
                </a:solidFill>
                <a:latin typeface="Verdana"/>
              </a:rPr>
              <a:t>t</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15" strike="noStrike">
                <a:solidFill>
                  <a:srgbClr val="ffffff"/>
                </a:solidFill>
                <a:latin typeface="Verdana"/>
              </a:rPr>
              <a:t>a</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103" strike="noStrike">
                <a:solidFill>
                  <a:srgbClr val="ffffff"/>
                </a:solidFill>
                <a:latin typeface="Verdana"/>
              </a:rPr>
              <a:t>d  </a:t>
            </a:r>
            <a:r>
              <a:rPr b="0" lang="en-IN" sz="2450" spc="-12" strike="noStrike">
                <a:solidFill>
                  <a:srgbClr val="ffffff"/>
                </a:solidFill>
                <a:latin typeface="Verdana"/>
              </a:rPr>
              <a:t>i</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7" strike="noStrike">
                <a:solidFill>
                  <a:srgbClr val="ffffff"/>
                </a:solidFill>
                <a:latin typeface="Verdana"/>
              </a:rPr>
              <a:t>f</a:t>
            </a:r>
            <a:r>
              <a:rPr b="0" lang="en-IN" sz="2450" spc="-111" strike="noStrike">
                <a:solidFill>
                  <a:srgbClr val="ffffff"/>
                </a:solidFill>
                <a:latin typeface="Verdana"/>
              </a:rPr>
              <a:t>y</a:t>
            </a:r>
            <a:r>
              <a:rPr b="0" lang="en-IN" sz="2450" spc="-12" strike="noStrike">
                <a:solidFill>
                  <a:srgbClr val="ffffff"/>
                </a:solidFill>
                <a:latin typeface="Verdana"/>
              </a:rPr>
              <a:t>i</a:t>
            </a:r>
            <a:r>
              <a:rPr b="0" lang="en-IN" sz="2450" spc="123" strike="noStrike">
                <a:solidFill>
                  <a:srgbClr val="ffffff"/>
                </a:solidFill>
                <a:latin typeface="Verdana"/>
              </a:rPr>
              <a:t>n</a:t>
            </a:r>
            <a:r>
              <a:rPr b="0" lang="en-IN" sz="2450" spc="168" strike="noStrike">
                <a:solidFill>
                  <a:srgbClr val="ffffff"/>
                </a:solidFill>
                <a:latin typeface="Verdana"/>
              </a:rPr>
              <a:t>g</a:t>
            </a:r>
            <a:r>
              <a:rPr b="0" lang="en-IN" sz="2450" spc="-216" strike="noStrike">
                <a:solidFill>
                  <a:srgbClr val="ffffff"/>
                </a:solidFill>
                <a:latin typeface="Verdana"/>
              </a:rPr>
              <a:t> </a:t>
            </a:r>
            <a:r>
              <a:rPr b="0" lang="en-IN" sz="2450" spc="137" strike="noStrike">
                <a:solidFill>
                  <a:srgbClr val="ffffff"/>
                </a:solidFill>
                <a:latin typeface="Verdana"/>
              </a:rPr>
              <a:t>p</a:t>
            </a:r>
            <a:r>
              <a:rPr b="0" lang="en-IN" sz="2450" spc="-15" strike="noStrike">
                <a:solidFill>
                  <a:srgbClr val="ffffff"/>
                </a:solidFill>
                <a:latin typeface="Verdana"/>
              </a:rPr>
              <a:t>a</a:t>
            </a:r>
            <a:r>
              <a:rPr b="0" lang="en-IN" sz="2450" spc="-1" strike="noStrike">
                <a:solidFill>
                  <a:srgbClr val="ffffff"/>
                </a:solidFill>
                <a:latin typeface="Verdana"/>
              </a:rPr>
              <a:t>t</a:t>
            </a:r>
            <a:r>
              <a:rPr b="0" lang="en-IN" sz="2450" spc="-15" strike="noStrike">
                <a:solidFill>
                  <a:srgbClr val="ffffff"/>
                </a:solidFill>
                <a:latin typeface="Verdana"/>
              </a:rPr>
              <a:t>t</a:t>
            </a:r>
            <a:r>
              <a:rPr b="0" lang="en-IN" sz="2450" spc="32" strike="noStrike">
                <a:solidFill>
                  <a:srgbClr val="ffffff"/>
                </a:solidFill>
                <a:latin typeface="Verdana"/>
              </a:rPr>
              <a:t>e</a:t>
            </a:r>
            <a:r>
              <a:rPr b="0" lang="en-IN" sz="2450" spc="-75" strike="noStrike">
                <a:solidFill>
                  <a:srgbClr val="ffffff"/>
                </a:solidFill>
                <a:latin typeface="Verdana"/>
              </a:rPr>
              <a:t>r</a:t>
            </a:r>
            <a:r>
              <a:rPr b="0" lang="en-IN" sz="2450" spc="123" strike="noStrike">
                <a:solidFill>
                  <a:srgbClr val="ffffff"/>
                </a:solidFill>
                <a:latin typeface="Verdana"/>
              </a:rPr>
              <a:t>n</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148" strike="noStrike">
                <a:solidFill>
                  <a:srgbClr val="ffffff"/>
                </a:solidFill>
                <a:latin typeface="Verdana"/>
              </a:rPr>
              <a:t>d</a:t>
            </a:r>
            <a:r>
              <a:rPr b="0" lang="en-IN" sz="2450" spc="-216" strike="noStrike">
                <a:solidFill>
                  <a:srgbClr val="ffffff"/>
                </a:solidFill>
                <a:latin typeface="Verdana"/>
              </a:rPr>
              <a:t> </a:t>
            </a:r>
            <a:r>
              <a:rPr b="0" lang="en-IN" sz="2450" spc="-75" strike="noStrike">
                <a:solidFill>
                  <a:srgbClr val="ffffff"/>
                </a:solidFill>
                <a:latin typeface="Verdana"/>
              </a:rPr>
              <a:t>r</a:t>
            </a:r>
            <a:r>
              <a:rPr b="0" lang="en-IN" sz="2450" spc="-12" strike="noStrike">
                <a:solidFill>
                  <a:srgbClr val="ffffff"/>
                </a:solidFill>
                <a:latin typeface="Verdana"/>
              </a:rPr>
              <a:t>i</a:t>
            </a:r>
            <a:r>
              <a:rPr b="0" lang="en-IN" sz="2450" spc="-72" strike="noStrike">
                <a:solidFill>
                  <a:srgbClr val="ffffff"/>
                </a:solidFill>
                <a:latin typeface="Verdana"/>
              </a:rPr>
              <a:t>s</a:t>
            </a:r>
            <a:r>
              <a:rPr b="0" lang="en-IN" sz="2450" spc="24" strike="noStrike">
                <a:solidFill>
                  <a:srgbClr val="ffffff"/>
                </a:solidFill>
                <a:latin typeface="Verdana"/>
              </a:rPr>
              <a:t>k  </a:t>
            </a:r>
            <a:r>
              <a:rPr b="0" lang="en-IN" sz="2450" spc="-52" strike="noStrike">
                <a:solidFill>
                  <a:srgbClr val="ffffff"/>
                </a:solidFill>
                <a:latin typeface="Verdana"/>
              </a:rPr>
              <a:t>f</a:t>
            </a:r>
            <a:r>
              <a:rPr b="0" lang="en-IN" sz="2450" spc="-15" strike="noStrike">
                <a:solidFill>
                  <a:srgbClr val="ffffff"/>
                </a:solidFill>
                <a:latin typeface="Verdana"/>
              </a:rPr>
              <a:t>a</a:t>
            </a:r>
            <a:r>
              <a:rPr b="0" lang="en-IN" sz="2450" spc="123" strike="noStrike">
                <a:solidFill>
                  <a:srgbClr val="ffffff"/>
                </a:solidFill>
                <a:latin typeface="Verdana"/>
              </a:rPr>
              <a:t>c</a:t>
            </a:r>
            <a:r>
              <a:rPr b="0" lang="en-IN" sz="2450" spc="-15" strike="noStrike">
                <a:solidFill>
                  <a:srgbClr val="ffffff"/>
                </a:solidFill>
                <a:latin typeface="Verdana"/>
              </a:rPr>
              <a:t>t</a:t>
            </a:r>
            <a:r>
              <a:rPr b="0" lang="en-IN" sz="2450" spc="58" strike="noStrike">
                <a:solidFill>
                  <a:srgbClr val="ffffff"/>
                </a:solidFill>
                <a:latin typeface="Verdana"/>
              </a:rPr>
              <a:t>o</a:t>
            </a:r>
            <a:r>
              <a:rPr b="0" lang="en-IN" sz="2450" spc="-66" strike="noStrike">
                <a:solidFill>
                  <a:srgbClr val="ffffff"/>
                </a:solidFill>
                <a:latin typeface="Verdana"/>
              </a:rPr>
              <a:t>r</a:t>
            </a:r>
            <a:r>
              <a:rPr b="0" lang="en-IN" sz="2450" spc="-72" strike="noStrike">
                <a:solidFill>
                  <a:srgbClr val="ffffff"/>
                </a:solidFill>
                <a:latin typeface="Verdana"/>
              </a:rPr>
              <a:t>s</a:t>
            </a:r>
            <a:r>
              <a:rPr b="0" lang="en-IN" sz="2450" spc="-372" strike="noStrike">
                <a:solidFill>
                  <a:srgbClr val="ffffff"/>
                </a:solidFill>
                <a:latin typeface="Verdana"/>
              </a:rPr>
              <a:t>.</a:t>
            </a:r>
            <a:r>
              <a:rPr b="0" lang="en-IN" sz="2450" spc="-216" strike="noStrike">
                <a:solidFill>
                  <a:srgbClr val="ffffff"/>
                </a:solidFill>
                <a:latin typeface="Verdana"/>
              </a:rPr>
              <a:t> </a:t>
            </a:r>
            <a:r>
              <a:rPr b="0" lang="en-IN" sz="2450" spc="-92" strike="noStrike">
                <a:solidFill>
                  <a:srgbClr val="ffffff"/>
                </a:solidFill>
                <a:latin typeface="Verdana"/>
              </a:rPr>
              <a:t>T</a:t>
            </a:r>
            <a:r>
              <a:rPr b="0" lang="en-IN" sz="2450" spc="123" strike="noStrike">
                <a:solidFill>
                  <a:srgbClr val="ffffff"/>
                </a:solidFill>
                <a:latin typeface="Verdana"/>
              </a:rPr>
              <a:t>h</a:t>
            </a:r>
            <a:r>
              <a:rPr b="0" lang="en-IN" sz="2450" spc="32" strike="noStrike">
                <a:solidFill>
                  <a:srgbClr val="ffffff"/>
                </a:solidFill>
                <a:latin typeface="Verdana"/>
              </a:rPr>
              <a:t>e</a:t>
            </a:r>
            <a:r>
              <a:rPr b="0" lang="en-IN" sz="2450" spc="-72" strike="noStrike">
                <a:solidFill>
                  <a:srgbClr val="ffffff"/>
                </a:solidFill>
                <a:latin typeface="Verdana"/>
              </a:rPr>
              <a:t>s</a:t>
            </a:r>
            <a:r>
              <a:rPr b="0" lang="en-IN" sz="2450" spc="32" strike="noStrike">
                <a:solidFill>
                  <a:srgbClr val="ffffff"/>
                </a:solidFill>
                <a:latin typeface="Verdana"/>
              </a:rPr>
              <a:t>e</a:t>
            </a:r>
            <a:r>
              <a:rPr b="0" lang="en-IN" sz="2450" spc="-216" strike="noStrike">
                <a:solidFill>
                  <a:srgbClr val="ffffff"/>
                </a:solidFill>
                <a:latin typeface="Verdana"/>
              </a:rPr>
              <a:t> </a:t>
            </a:r>
            <a:r>
              <a:rPr b="0" lang="en-IN" sz="2450" spc="239" strike="noStrike">
                <a:solidFill>
                  <a:srgbClr val="ffffff"/>
                </a:solidFill>
                <a:latin typeface="Verdana"/>
              </a:rPr>
              <a:t>m</a:t>
            </a:r>
            <a:r>
              <a:rPr b="0" lang="en-IN" sz="2450" spc="58" strike="noStrike">
                <a:solidFill>
                  <a:srgbClr val="ffffff"/>
                </a:solidFill>
                <a:latin typeface="Verdana"/>
              </a:rPr>
              <a:t>o</a:t>
            </a:r>
            <a:r>
              <a:rPr b="0" lang="en-IN" sz="2450" spc="148" strike="noStrike">
                <a:solidFill>
                  <a:srgbClr val="ffffff"/>
                </a:solidFill>
                <a:latin typeface="Verdana"/>
              </a:rPr>
              <a:t>d</a:t>
            </a:r>
            <a:r>
              <a:rPr b="0" lang="en-IN" sz="2450" spc="32" strike="noStrike">
                <a:solidFill>
                  <a:srgbClr val="ffffff"/>
                </a:solidFill>
                <a:latin typeface="Verdana"/>
              </a:rPr>
              <a:t>e</a:t>
            </a:r>
            <a:r>
              <a:rPr b="0" lang="en-IN" sz="2450" spc="-12" strike="noStrike">
                <a:solidFill>
                  <a:srgbClr val="ffffff"/>
                </a:solidFill>
                <a:latin typeface="Verdana"/>
              </a:rPr>
              <a:t>l</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111" strike="noStrike">
                <a:solidFill>
                  <a:srgbClr val="ffffff"/>
                </a:solidFill>
                <a:latin typeface="Verdana"/>
              </a:rPr>
              <a:t>c</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15" strike="noStrike">
                <a:solidFill>
                  <a:srgbClr val="ffffff"/>
                </a:solidFill>
                <a:latin typeface="Verdana"/>
              </a:rPr>
              <a:t>a</a:t>
            </a:r>
            <a:r>
              <a:rPr b="0" lang="en-IN" sz="2450" spc="-12" strike="noStrike">
                <a:solidFill>
                  <a:srgbClr val="ffffff"/>
                </a:solidFill>
                <a:latin typeface="Verdana"/>
              </a:rPr>
              <a:t>l</a:t>
            </a:r>
            <a:r>
              <a:rPr b="0" lang="en-IN" sz="2450" spc="-72" strike="noStrike">
                <a:solidFill>
                  <a:srgbClr val="ffffff"/>
                </a:solidFill>
                <a:latin typeface="Verdana"/>
              </a:rPr>
              <a:t>s</a:t>
            </a:r>
            <a:r>
              <a:rPr b="0" lang="en-IN" sz="2450" spc="58" strike="noStrike">
                <a:solidFill>
                  <a:srgbClr val="ffffff"/>
                </a:solidFill>
                <a:latin typeface="Verdana"/>
              </a:rPr>
              <a:t>o</a:t>
            </a:r>
            <a:r>
              <a:rPr b="0" lang="en-IN" sz="2450" spc="-216" strike="noStrike">
                <a:solidFill>
                  <a:srgbClr val="ffffff"/>
                </a:solidFill>
                <a:latin typeface="Verdana"/>
              </a:rPr>
              <a:t> </a:t>
            </a:r>
            <a:r>
              <a:rPr b="0" lang="en-IN" sz="2450" spc="148" strike="noStrike">
                <a:solidFill>
                  <a:srgbClr val="ffffff"/>
                </a:solidFill>
                <a:latin typeface="Verdana"/>
              </a:rPr>
              <a:t>b</a:t>
            </a:r>
            <a:r>
              <a:rPr b="0" lang="en-IN" sz="2450" spc="24" strike="noStrike">
                <a:solidFill>
                  <a:srgbClr val="ffffff"/>
                </a:solidFill>
                <a:latin typeface="Verdana"/>
              </a:rPr>
              <a:t>e  </a:t>
            </a:r>
            <a:r>
              <a:rPr b="0" lang="en-IN" sz="2450" spc="18" strike="noStrike">
                <a:solidFill>
                  <a:srgbClr val="ffffff"/>
                </a:solidFill>
                <a:latin typeface="Verdana"/>
              </a:rPr>
              <a:t>us</a:t>
            </a:r>
            <a:r>
              <a:rPr b="0" lang="en-IN" sz="2450" spc="32" strike="noStrike">
                <a:solidFill>
                  <a:srgbClr val="ffffff"/>
                </a:solidFill>
                <a:latin typeface="Verdana"/>
              </a:rPr>
              <a:t>e</a:t>
            </a:r>
            <a:r>
              <a:rPr b="0" lang="en-IN" sz="2450" spc="148" strike="noStrike">
                <a:solidFill>
                  <a:srgbClr val="ffffff"/>
                </a:solidFill>
                <a:latin typeface="Verdana"/>
              </a:rPr>
              <a:t>d</a:t>
            </a:r>
            <a:r>
              <a:rPr b="0" lang="en-IN" sz="2450" spc="-216" strike="noStrike">
                <a:solidFill>
                  <a:srgbClr val="ffffff"/>
                </a:solidFill>
                <a:latin typeface="Verdana"/>
              </a:rPr>
              <a:t> </a:t>
            </a:r>
            <a:r>
              <a:rPr b="0" lang="en-IN" sz="2450" spc="-15" strike="noStrike">
                <a:solidFill>
                  <a:srgbClr val="ffffff"/>
                </a:solidFill>
                <a:latin typeface="Verdana"/>
              </a:rPr>
              <a:t>t</a:t>
            </a:r>
            <a:r>
              <a:rPr b="0" lang="en-IN" sz="2450" spc="58" strike="noStrike">
                <a:solidFill>
                  <a:srgbClr val="ffffff"/>
                </a:solidFill>
                <a:latin typeface="Verdana"/>
              </a:rPr>
              <a:t>o</a:t>
            </a:r>
            <a:r>
              <a:rPr b="0" lang="en-IN" sz="2450" spc="-216" strike="noStrike">
                <a:solidFill>
                  <a:srgbClr val="ffffff"/>
                </a:solidFill>
                <a:latin typeface="Verdana"/>
              </a:rPr>
              <a:t> </a:t>
            </a:r>
            <a:r>
              <a:rPr b="0" lang="en-IN" sz="2450" spc="148" strike="noStrike">
                <a:solidFill>
                  <a:srgbClr val="ffffff"/>
                </a:solidFill>
                <a:latin typeface="Verdana"/>
              </a:rPr>
              <a:t>d</a:t>
            </a:r>
            <a:r>
              <a:rPr b="0" lang="en-IN" sz="2450" spc="9" strike="noStrike">
                <a:solidFill>
                  <a:srgbClr val="ffffff"/>
                </a:solidFill>
                <a:latin typeface="Verdana"/>
              </a:rPr>
              <a:t>e</a:t>
            </a:r>
            <a:r>
              <a:rPr b="0" lang="en-IN" sz="2450" spc="-151" strike="noStrike">
                <a:solidFill>
                  <a:srgbClr val="ffffff"/>
                </a:solidFill>
                <a:latin typeface="Verdana"/>
              </a:rPr>
              <a:t>v</a:t>
            </a:r>
            <a:r>
              <a:rPr b="0" lang="en-IN" sz="2450" spc="32" strike="noStrike">
                <a:solidFill>
                  <a:srgbClr val="ffffff"/>
                </a:solidFill>
                <a:latin typeface="Verdana"/>
              </a:rPr>
              <a:t>e</a:t>
            </a:r>
            <a:r>
              <a:rPr b="0" lang="en-IN" sz="2450" spc="-12" strike="noStrike">
                <a:solidFill>
                  <a:srgbClr val="ffffff"/>
                </a:solidFill>
                <a:latin typeface="Verdana"/>
              </a:rPr>
              <a:t>l</a:t>
            </a:r>
            <a:r>
              <a:rPr b="0" lang="en-IN" sz="2450" spc="58" strike="noStrike">
                <a:solidFill>
                  <a:srgbClr val="ffffff"/>
                </a:solidFill>
                <a:latin typeface="Verdana"/>
              </a:rPr>
              <a:t>o</a:t>
            </a:r>
            <a:r>
              <a:rPr b="0" lang="en-IN" sz="2450" spc="148" strike="noStrike">
                <a:solidFill>
                  <a:srgbClr val="ffffff"/>
                </a:solidFill>
                <a:latin typeface="Verdana"/>
              </a:rPr>
              <a:t>p</a:t>
            </a:r>
            <a:r>
              <a:rPr b="0" lang="en-IN" sz="2450" spc="-216" strike="noStrike">
                <a:solidFill>
                  <a:srgbClr val="ffffff"/>
                </a:solidFill>
                <a:latin typeface="Verdana"/>
              </a:rPr>
              <a:t> </a:t>
            </a:r>
            <a:r>
              <a:rPr b="0" lang="en-IN" sz="2450" spc="148" strike="noStrike">
                <a:solidFill>
                  <a:srgbClr val="ffffff"/>
                </a:solidFill>
                <a:latin typeface="Verdana"/>
              </a:rPr>
              <a:t>p</a:t>
            </a:r>
            <a:r>
              <a:rPr b="0" lang="en-IN" sz="2450" spc="32" strike="noStrike">
                <a:solidFill>
                  <a:srgbClr val="ffffff"/>
                </a:solidFill>
                <a:latin typeface="Verdana"/>
              </a:rPr>
              <a:t>e</a:t>
            </a:r>
            <a:r>
              <a:rPr b="0" lang="en-IN" sz="2450" spc="-66" strike="noStrike">
                <a:solidFill>
                  <a:srgbClr val="ffffff"/>
                </a:solidFill>
                <a:latin typeface="Verdana"/>
              </a:rPr>
              <a:t>r</a:t>
            </a:r>
            <a:r>
              <a:rPr b="0" lang="en-IN" sz="2450" spc="-72" strike="noStrike">
                <a:solidFill>
                  <a:srgbClr val="ffffff"/>
                </a:solidFill>
                <a:latin typeface="Verdana"/>
              </a:rPr>
              <a:t>s</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15" strike="noStrike">
                <a:solidFill>
                  <a:srgbClr val="ffffff"/>
                </a:solidFill>
                <a:latin typeface="Verdana"/>
              </a:rPr>
              <a:t>a</a:t>
            </a:r>
            <a:r>
              <a:rPr b="0" lang="en-IN" sz="2450" spc="-12" strike="noStrike">
                <a:solidFill>
                  <a:srgbClr val="ffffff"/>
                </a:solidFill>
                <a:latin typeface="Verdana"/>
              </a:rPr>
              <a:t>li</a:t>
            </a:r>
            <a:r>
              <a:rPr b="0" lang="en-IN" sz="2450" spc="-52" strike="noStrike">
                <a:solidFill>
                  <a:srgbClr val="ffffff"/>
                </a:solidFill>
                <a:latin typeface="Verdana"/>
              </a:rPr>
              <a:t>z</a:t>
            </a:r>
            <a:r>
              <a:rPr b="0" lang="en-IN" sz="2450" spc="32" strike="noStrike">
                <a:solidFill>
                  <a:srgbClr val="ffffff"/>
                </a:solidFill>
                <a:latin typeface="Verdana"/>
              </a:rPr>
              <a:t>e</a:t>
            </a:r>
            <a:r>
              <a:rPr b="0" lang="en-IN" sz="2450" spc="103" strike="noStrike">
                <a:solidFill>
                  <a:srgbClr val="ffffff"/>
                </a:solidFill>
                <a:latin typeface="Verdana"/>
              </a:rPr>
              <a:t>d  </a:t>
            </a:r>
            <a:r>
              <a:rPr b="0" lang="en-IN" sz="2450" spc="32" strike="noStrike">
                <a:solidFill>
                  <a:srgbClr val="ffffff"/>
                </a:solidFill>
                <a:latin typeface="Verdana"/>
              </a:rPr>
              <a:t>t</a:t>
            </a:r>
            <a:r>
              <a:rPr b="0" lang="en-IN" sz="2450" spc="-92" strike="noStrike">
                <a:solidFill>
                  <a:srgbClr val="ffffff"/>
                </a:solidFill>
                <a:latin typeface="Verdana"/>
              </a:rPr>
              <a:t>r</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239" strike="noStrike">
                <a:solidFill>
                  <a:srgbClr val="ffffff"/>
                </a:solidFill>
                <a:latin typeface="Verdana"/>
              </a:rPr>
              <a:t>m</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32" strike="noStrike">
                <a:solidFill>
                  <a:srgbClr val="ffffff"/>
                </a:solidFill>
                <a:latin typeface="Verdana"/>
              </a:rPr>
              <a:t>t</a:t>
            </a:r>
            <a:r>
              <a:rPr b="0" lang="en-IN" sz="2450" spc="-216" strike="noStrike">
                <a:solidFill>
                  <a:srgbClr val="ffffff"/>
                </a:solidFill>
                <a:latin typeface="Verdana"/>
              </a:rPr>
              <a:t> </a:t>
            </a:r>
            <a:r>
              <a:rPr b="0" lang="en-IN" sz="2450" spc="148" strike="noStrike">
                <a:solidFill>
                  <a:srgbClr val="ffffff"/>
                </a:solidFill>
                <a:latin typeface="Verdana"/>
              </a:rPr>
              <a:t>p</a:t>
            </a:r>
            <a:r>
              <a:rPr b="0" lang="en-IN" sz="2450" spc="-12" strike="noStrike">
                <a:solidFill>
                  <a:srgbClr val="ffffff"/>
                </a:solidFill>
                <a:latin typeface="Verdana"/>
              </a:rPr>
              <a:t>l</a:t>
            </a:r>
            <a:r>
              <a:rPr b="0" lang="en-IN" sz="2450" spc="-15" strike="noStrike">
                <a:solidFill>
                  <a:srgbClr val="ffffff"/>
                </a:solidFill>
                <a:latin typeface="Verdana"/>
              </a:rPr>
              <a:t>a</a:t>
            </a:r>
            <a:r>
              <a:rPr b="0" lang="en-IN" sz="2450" spc="123" strike="noStrike">
                <a:solidFill>
                  <a:srgbClr val="ffffff"/>
                </a:solidFill>
                <a:latin typeface="Verdana"/>
              </a:rPr>
              <a:t>n</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52" strike="noStrike">
                <a:solidFill>
                  <a:srgbClr val="ffffff"/>
                </a:solidFill>
                <a:latin typeface="Verdana"/>
              </a:rPr>
              <a:t>f</a:t>
            </a:r>
            <a:r>
              <a:rPr b="0" lang="en-IN" sz="2450" spc="58" strike="noStrike">
                <a:solidFill>
                  <a:srgbClr val="ffffff"/>
                </a:solidFill>
                <a:latin typeface="Verdana"/>
              </a:rPr>
              <a:t>o</a:t>
            </a:r>
            <a:r>
              <a:rPr b="0" lang="en-IN" sz="2450" spc="-55" strike="noStrike">
                <a:solidFill>
                  <a:srgbClr val="ffffff"/>
                </a:solidFill>
                <a:latin typeface="Verdana"/>
              </a:rPr>
              <a:t>r</a:t>
            </a:r>
            <a:r>
              <a:rPr b="0" lang="en-IN" sz="2450" spc="-216" strike="noStrike">
                <a:solidFill>
                  <a:srgbClr val="ffffff"/>
                </a:solidFill>
                <a:latin typeface="Verdana"/>
              </a:rPr>
              <a:t> </a:t>
            </a:r>
            <a:r>
              <a:rPr b="0" lang="en-IN" sz="2450" spc="137" strike="noStrike">
                <a:solidFill>
                  <a:srgbClr val="ffffff"/>
                </a:solidFill>
                <a:latin typeface="Verdana"/>
              </a:rPr>
              <a:t>p</a:t>
            </a:r>
            <a:r>
              <a:rPr b="0" lang="en-IN" sz="2450" spc="-15" strike="noStrike">
                <a:solidFill>
                  <a:srgbClr val="ffffff"/>
                </a:solidFill>
                <a:latin typeface="Verdana"/>
              </a:rPr>
              <a:t>a</a:t>
            </a:r>
            <a:r>
              <a:rPr b="0" lang="en-IN" sz="2450" spc="32" strike="noStrike">
                <a:solidFill>
                  <a:srgbClr val="ffffff"/>
                </a:solidFill>
                <a:latin typeface="Verdana"/>
              </a:rPr>
              <a:t>t</a:t>
            </a:r>
            <a:r>
              <a:rPr b="0" lang="en-IN" sz="2450" spc="-12" strike="noStrike">
                <a:solidFill>
                  <a:srgbClr val="ffffff"/>
                </a:solidFill>
                <a:latin typeface="Verdana"/>
              </a:rPr>
              <a:t>i</a:t>
            </a:r>
            <a:r>
              <a:rPr b="0" lang="en-IN" sz="2450" spc="32" strike="noStrike">
                <a:solidFill>
                  <a:srgbClr val="ffffff"/>
                </a:solidFill>
                <a:latin typeface="Verdana"/>
              </a:rPr>
              <a:t>e</a:t>
            </a:r>
            <a:r>
              <a:rPr b="0" lang="en-IN" sz="2450" spc="123" strike="noStrike">
                <a:solidFill>
                  <a:srgbClr val="ffffff"/>
                </a:solidFill>
                <a:latin typeface="Verdana"/>
              </a:rPr>
              <a:t>n</a:t>
            </a:r>
            <a:r>
              <a:rPr b="0" lang="en-IN" sz="2450" spc="32" strike="noStrike">
                <a:solidFill>
                  <a:srgbClr val="ffffff"/>
                </a:solidFill>
                <a:latin typeface="Verdana"/>
              </a:rPr>
              <a:t>t</a:t>
            </a:r>
            <a:r>
              <a:rPr b="0" lang="en-IN" sz="2450" spc="-72" strike="noStrike">
                <a:solidFill>
                  <a:srgbClr val="ffffff"/>
                </a:solidFill>
                <a:latin typeface="Verdana"/>
              </a:rPr>
              <a:t>s</a:t>
            </a:r>
            <a:r>
              <a:rPr b="0" lang="en-IN" sz="2450" spc="-216" strike="noStrike">
                <a:solidFill>
                  <a:srgbClr val="ffffff"/>
                </a:solidFill>
                <a:latin typeface="Verdana"/>
              </a:rPr>
              <a:t> </a:t>
            </a:r>
            <a:r>
              <a:rPr b="0" lang="en-IN" sz="2450" spc="137" strike="noStrike">
                <a:solidFill>
                  <a:srgbClr val="ffffff"/>
                </a:solidFill>
                <a:latin typeface="Verdana"/>
              </a:rPr>
              <a:t>b</a:t>
            </a:r>
            <a:r>
              <a:rPr b="0" lang="en-IN" sz="2450" spc="-15" strike="noStrike">
                <a:solidFill>
                  <a:srgbClr val="ffffff"/>
                </a:solidFill>
                <a:latin typeface="Verdana"/>
              </a:rPr>
              <a:t>a</a:t>
            </a:r>
            <a:r>
              <a:rPr b="0" lang="en-IN" sz="2450" spc="-72" strike="noStrike">
                <a:solidFill>
                  <a:srgbClr val="ffffff"/>
                </a:solidFill>
                <a:latin typeface="Verdana"/>
              </a:rPr>
              <a:t>s</a:t>
            </a:r>
            <a:r>
              <a:rPr b="0" lang="en-IN" sz="2450" spc="32" strike="noStrike">
                <a:solidFill>
                  <a:srgbClr val="ffffff"/>
                </a:solidFill>
                <a:latin typeface="Verdana"/>
              </a:rPr>
              <a:t>e</a:t>
            </a:r>
            <a:r>
              <a:rPr b="0" lang="en-IN" sz="2450" spc="103" strike="noStrike">
                <a:solidFill>
                  <a:srgbClr val="ffffff"/>
                </a:solidFill>
                <a:latin typeface="Verdana"/>
              </a:rPr>
              <a:t>d  </a:t>
            </a:r>
            <a:r>
              <a:rPr b="0" lang="en-IN" sz="2450" spc="58" strike="noStrike">
                <a:solidFill>
                  <a:srgbClr val="ffffff"/>
                </a:solidFill>
                <a:latin typeface="Verdana"/>
              </a:rPr>
              <a:t>o</a:t>
            </a:r>
            <a:r>
              <a:rPr b="0" lang="en-IN" sz="2450" spc="123" strike="noStrike">
                <a:solidFill>
                  <a:srgbClr val="ffffff"/>
                </a:solidFill>
                <a:latin typeface="Verdana"/>
              </a:rPr>
              <a:t>n</a:t>
            </a:r>
            <a:r>
              <a:rPr b="0" lang="en-IN" sz="2450" spc="-216" strike="noStrike">
                <a:solidFill>
                  <a:srgbClr val="ffffff"/>
                </a:solidFill>
                <a:latin typeface="Verdana"/>
              </a:rPr>
              <a:t> </a:t>
            </a:r>
            <a:r>
              <a:rPr b="0" lang="en-IN" sz="2450" spc="32" strike="noStrike">
                <a:solidFill>
                  <a:srgbClr val="ffffff"/>
                </a:solidFill>
                <a:latin typeface="Verdana"/>
              </a:rPr>
              <a:t>t</a:t>
            </a:r>
            <a:r>
              <a:rPr b="0" lang="en-IN" sz="2450" spc="123" strike="noStrike">
                <a:solidFill>
                  <a:srgbClr val="ffffff"/>
                </a:solidFill>
                <a:latin typeface="Verdana"/>
              </a:rPr>
              <a:t>h</a:t>
            </a:r>
            <a:r>
              <a:rPr b="0" lang="en-IN" sz="2450" spc="32" strike="noStrike">
                <a:solidFill>
                  <a:srgbClr val="ffffff"/>
                </a:solidFill>
                <a:latin typeface="Verdana"/>
              </a:rPr>
              <a:t>e</a:t>
            </a:r>
            <a:r>
              <a:rPr b="0" lang="en-IN" sz="2450" spc="-12" strike="noStrike">
                <a:solidFill>
                  <a:srgbClr val="ffffff"/>
                </a:solidFill>
                <a:latin typeface="Verdana"/>
              </a:rPr>
              <a:t>i</a:t>
            </a:r>
            <a:r>
              <a:rPr b="0" lang="en-IN" sz="2450" spc="-55" strike="noStrike">
                <a:solidFill>
                  <a:srgbClr val="ffffff"/>
                </a:solidFill>
                <a:latin typeface="Verdana"/>
              </a:rPr>
              <a:t>r</a:t>
            </a:r>
            <a:r>
              <a:rPr b="0" lang="en-IN" sz="2450" spc="-216" strike="noStrike">
                <a:solidFill>
                  <a:srgbClr val="ffffff"/>
                </a:solidFill>
                <a:latin typeface="Verdana"/>
              </a:rPr>
              <a:t> </a:t>
            </a:r>
            <a:r>
              <a:rPr b="0" lang="en-IN" sz="2450" spc="117" strike="noStrike">
                <a:solidFill>
                  <a:srgbClr val="ffffff"/>
                </a:solidFill>
                <a:latin typeface="Verdana"/>
              </a:rPr>
              <a:t>un</a:t>
            </a:r>
            <a:r>
              <a:rPr b="0" lang="en-IN" sz="2450" spc="-12" strike="noStrike">
                <a:solidFill>
                  <a:srgbClr val="ffffff"/>
                </a:solidFill>
                <a:latin typeface="Verdana"/>
              </a:rPr>
              <a:t>i</a:t>
            </a:r>
            <a:r>
              <a:rPr b="0" lang="en-IN" sz="2450" spc="148" strike="noStrike">
                <a:solidFill>
                  <a:srgbClr val="ffffff"/>
                </a:solidFill>
                <a:latin typeface="Verdana"/>
              </a:rPr>
              <a:t>q</a:t>
            </a:r>
            <a:r>
              <a:rPr b="0" lang="en-IN" sz="2450" spc="72" strike="noStrike">
                <a:solidFill>
                  <a:srgbClr val="ffffff"/>
                </a:solidFill>
                <a:latin typeface="Verdana"/>
              </a:rPr>
              <a:t>ue</a:t>
            </a:r>
            <a:r>
              <a:rPr b="0" lang="en-IN" sz="2450" spc="-216" strike="noStrike">
                <a:solidFill>
                  <a:srgbClr val="ffffff"/>
                </a:solidFill>
                <a:latin typeface="Verdana"/>
              </a:rPr>
              <a:t> </a:t>
            </a:r>
            <a:r>
              <a:rPr b="0" lang="en-IN" sz="2450" spc="123" strike="noStrike">
                <a:solidFill>
                  <a:srgbClr val="ffffff"/>
                </a:solidFill>
                <a:latin typeface="Verdana"/>
              </a:rPr>
              <a:t>h</a:t>
            </a:r>
            <a:r>
              <a:rPr b="0" lang="en-IN" sz="2450" spc="-7" strike="noStrike">
                <a:solidFill>
                  <a:srgbClr val="ffffff"/>
                </a:solidFill>
                <a:latin typeface="Verdana"/>
              </a:rPr>
              <a:t>e</a:t>
            </a:r>
            <a:r>
              <a:rPr b="0" lang="en-IN" sz="2450" spc="-15" strike="noStrike">
                <a:solidFill>
                  <a:srgbClr val="ffffff"/>
                </a:solidFill>
                <a:latin typeface="Verdana"/>
              </a:rPr>
              <a:t>a</a:t>
            </a:r>
            <a:r>
              <a:rPr b="0" lang="en-IN" sz="2450" spc="-12" strike="noStrike">
                <a:solidFill>
                  <a:srgbClr val="ffffff"/>
                </a:solidFill>
                <a:latin typeface="Verdana"/>
              </a:rPr>
              <a:t>l</a:t>
            </a:r>
            <a:r>
              <a:rPr b="0" lang="en-IN" sz="2450" spc="32" strike="noStrike">
                <a:solidFill>
                  <a:srgbClr val="ffffff"/>
                </a:solidFill>
                <a:latin typeface="Verdana"/>
              </a:rPr>
              <a:t>t</a:t>
            </a:r>
            <a:r>
              <a:rPr b="0" lang="en-IN" sz="2450" spc="123" strike="noStrike">
                <a:solidFill>
                  <a:srgbClr val="ffffff"/>
                </a:solidFill>
                <a:latin typeface="Verdana"/>
              </a:rPr>
              <a:t>h</a:t>
            </a:r>
            <a:r>
              <a:rPr b="0" lang="en-IN" sz="2450" spc="-216" strike="noStrike">
                <a:solidFill>
                  <a:srgbClr val="ffffff"/>
                </a:solidFill>
                <a:latin typeface="Verdana"/>
              </a:rPr>
              <a:t> </a:t>
            </a:r>
            <a:r>
              <a:rPr b="0" lang="en-IN" sz="2450" spc="148" strike="noStrike">
                <a:solidFill>
                  <a:srgbClr val="ffffff"/>
                </a:solidFill>
                <a:latin typeface="Verdana"/>
              </a:rPr>
              <a:t>p</a:t>
            </a:r>
            <a:r>
              <a:rPr b="0" lang="en-IN" sz="2450" spc="-92" strike="noStrike">
                <a:solidFill>
                  <a:srgbClr val="ffffff"/>
                </a:solidFill>
                <a:latin typeface="Verdana"/>
              </a:rPr>
              <a:t>r</a:t>
            </a:r>
            <a:r>
              <a:rPr b="0" lang="en-IN" sz="2450" spc="58" strike="noStrike">
                <a:solidFill>
                  <a:srgbClr val="ffffff"/>
                </a:solidFill>
                <a:latin typeface="Verdana"/>
              </a:rPr>
              <a:t>o</a:t>
            </a:r>
            <a:r>
              <a:rPr b="0" lang="en-IN" sz="2450" spc="168" strike="noStrike">
                <a:solidFill>
                  <a:srgbClr val="ffffff"/>
                </a:solidFill>
                <a:latin typeface="Verdana"/>
              </a:rPr>
              <a:t>ﬁ</a:t>
            </a:r>
            <a:r>
              <a:rPr b="0" lang="en-IN" sz="2450" spc="-12" strike="noStrike">
                <a:solidFill>
                  <a:srgbClr val="ffffff"/>
                </a:solidFill>
                <a:latin typeface="Verdana"/>
              </a:rPr>
              <a:t>l</a:t>
            </a:r>
            <a:r>
              <a:rPr b="0" lang="en-IN" sz="2450" spc="32" strike="noStrike">
                <a:solidFill>
                  <a:srgbClr val="ffffff"/>
                </a:solidFill>
                <a:latin typeface="Verdana"/>
              </a:rPr>
              <a:t>e</a:t>
            </a:r>
            <a:r>
              <a:rPr b="0" lang="en-IN" sz="2450" spc="-72" strike="noStrike">
                <a:solidFill>
                  <a:srgbClr val="ffffff"/>
                </a:solidFill>
                <a:latin typeface="Verdana"/>
              </a:rPr>
              <a:t>s</a:t>
            </a:r>
            <a:r>
              <a:rPr b="0" lang="en-IN" sz="2450" spc="-372" strike="noStrike">
                <a:solidFill>
                  <a:srgbClr val="ffffff"/>
                </a:solidFill>
                <a:latin typeface="Verdana"/>
              </a:rPr>
              <a:t>.</a:t>
            </a:r>
            <a:endParaRPr b="0" lang="en-IN" sz="2450" spc="-1" strike="noStrike">
              <a:latin typeface="Arial"/>
            </a:endParaRPr>
          </a:p>
        </p:txBody>
      </p:sp>
      <p:pic>
        <p:nvPicPr>
          <p:cNvPr id="97" name="object 5" descr=""/>
          <p:cNvPicPr/>
          <p:nvPr/>
        </p:nvPicPr>
        <p:blipFill>
          <a:blip r:embed="rId1"/>
          <a:stretch/>
        </p:blipFill>
        <p:spPr>
          <a:xfrm>
            <a:off x="0" y="0"/>
            <a:ext cx="9143640" cy="102866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grpSp>
        <p:nvGrpSpPr>
          <p:cNvPr id="98" name="object 2"/>
          <p:cNvGrpSpPr/>
          <p:nvPr/>
        </p:nvGrpSpPr>
        <p:grpSpPr>
          <a:xfrm>
            <a:off x="9144000" y="0"/>
            <a:ext cx="9143640" cy="10286640"/>
            <a:chOff x="9144000" y="0"/>
            <a:chExt cx="9143640" cy="10286640"/>
          </a:xfrm>
        </p:grpSpPr>
        <p:sp>
          <p:nvSpPr>
            <p:cNvPr id="99" name="object 3"/>
            <p:cNvSpPr/>
            <p:nvPr/>
          </p:nvSpPr>
          <p:spPr>
            <a:xfrm>
              <a:off x="9144000" y="0"/>
              <a:ext cx="9143640" cy="10286640"/>
            </a:xfrm>
            <a:custGeom>
              <a:avLst/>
              <a:gdLst/>
              <a:ahLst/>
              <a:rect l="l" t="t" r="r" b="b"/>
              <a:pathLst>
                <a:path w="9144000" h="10287000">
                  <a:moveTo>
                    <a:pt x="9143999" y="10286999"/>
                  </a:moveTo>
                  <a:lnTo>
                    <a:pt x="0" y="10286999"/>
                  </a:lnTo>
                  <a:lnTo>
                    <a:pt x="0" y="0"/>
                  </a:lnTo>
                  <a:lnTo>
                    <a:pt x="9143999" y="0"/>
                  </a:lnTo>
                  <a:lnTo>
                    <a:pt x="9143999" y="10286999"/>
                  </a:lnTo>
                  <a:close/>
                </a:path>
              </a:pathLst>
            </a:custGeom>
            <a:solidFill>
              <a:srgbClr val="000000"/>
            </a:solidFill>
            <a:ln w="0">
              <a:noFill/>
            </a:ln>
          </p:spPr>
          <p:style>
            <a:lnRef idx="0"/>
            <a:fillRef idx="0"/>
            <a:effectRef idx="0"/>
            <a:fontRef idx="minor"/>
          </p:style>
        </p:sp>
        <p:pic>
          <p:nvPicPr>
            <p:cNvPr id="100" name="object 4" descr=""/>
            <p:cNvPicPr/>
            <p:nvPr/>
          </p:nvPicPr>
          <p:blipFill>
            <a:blip r:embed="rId1"/>
            <a:stretch/>
          </p:blipFill>
          <p:spPr>
            <a:xfrm>
              <a:off x="10453320" y="1143000"/>
              <a:ext cx="6495840" cy="7962480"/>
            </a:xfrm>
            <a:prstGeom prst="rect">
              <a:avLst/>
            </a:prstGeom>
            <a:ln w="0">
              <a:noFill/>
            </a:ln>
          </p:spPr>
        </p:pic>
      </p:grpSp>
      <p:sp>
        <p:nvSpPr>
          <p:cNvPr id="101" name="PlaceHolder 1"/>
          <p:cNvSpPr>
            <a:spLocks noGrp="1"/>
          </p:cNvSpPr>
          <p:nvPr>
            <p:ph type="title"/>
          </p:nvPr>
        </p:nvSpPr>
        <p:spPr>
          <a:xfrm>
            <a:off x="1348920" y="885960"/>
            <a:ext cx="5491080" cy="1814040"/>
          </a:xfrm>
          <a:prstGeom prst="rect">
            <a:avLst/>
          </a:prstGeom>
          <a:noFill/>
          <a:ln w="0">
            <a:noFill/>
          </a:ln>
        </p:spPr>
        <p:txBody>
          <a:bodyPr lIns="0" rIns="0" tIns="15840" bIns="0" anchor="t">
            <a:noAutofit/>
          </a:bodyPr>
          <a:p>
            <a:pPr marL="12600">
              <a:lnSpc>
                <a:spcPct val="100000"/>
              </a:lnSpc>
              <a:spcBef>
                <a:spcPts val="125"/>
              </a:spcBef>
              <a:buNone/>
            </a:pPr>
            <a:r>
              <a:rPr b="1" lang="en-IN" sz="5900" spc="959" strike="noStrike">
                <a:solidFill>
                  <a:srgbClr val="000000"/>
                </a:solidFill>
                <a:latin typeface="Trebuchet MS"/>
              </a:rPr>
              <a:t>D</a:t>
            </a:r>
            <a:r>
              <a:rPr b="1" lang="en-IN" sz="5900" spc="-1" strike="noStrike">
                <a:solidFill>
                  <a:srgbClr val="000000"/>
                </a:solidFill>
                <a:latin typeface="Trebuchet MS"/>
              </a:rPr>
              <a:t>a</a:t>
            </a:r>
            <a:r>
              <a:rPr b="1" lang="en-IN" sz="5900" spc="-270" strike="noStrike">
                <a:solidFill>
                  <a:srgbClr val="000000"/>
                </a:solidFill>
                <a:latin typeface="Trebuchet MS"/>
              </a:rPr>
              <a:t>t</a:t>
            </a:r>
            <a:r>
              <a:rPr b="1" lang="en-IN" sz="5900" spc="-1" strike="noStrike">
                <a:solidFill>
                  <a:srgbClr val="000000"/>
                </a:solidFill>
                <a:latin typeface="Trebuchet MS"/>
              </a:rPr>
              <a:t>a</a:t>
            </a:r>
            <a:r>
              <a:rPr b="1" lang="en-IN" sz="5900" spc="-460" strike="noStrike">
                <a:solidFill>
                  <a:srgbClr val="000000"/>
                </a:solidFill>
                <a:latin typeface="Trebuchet MS"/>
              </a:rPr>
              <a:t> </a:t>
            </a:r>
            <a:r>
              <a:rPr b="1" lang="en-IN" sz="5900" spc="633" strike="noStrike">
                <a:solidFill>
                  <a:srgbClr val="000000"/>
                </a:solidFill>
                <a:latin typeface="Trebuchet MS"/>
              </a:rPr>
              <a:t>C</a:t>
            </a:r>
            <a:r>
              <a:rPr b="1" lang="en-IN" sz="5900" spc="9" strike="noStrike">
                <a:solidFill>
                  <a:srgbClr val="000000"/>
                </a:solidFill>
                <a:latin typeface="Trebuchet MS"/>
              </a:rPr>
              <a:t>o</a:t>
            </a:r>
            <a:r>
              <a:rPr b="1" lang="en-IN" sz="5900" spc="253" strike="noStrike">
                <a:solidFill>
                  <a:srgbClr val="000000"/>
                </a:solidFill>
                <a:latin typeface="Trebuchet MS"/>
              </a:rPr>
              <a:t>l</a:t>
            </a:r>
            <a:r>
              <a:rPr b="1" lang="en-IN" sz="5900" spc="137" strike="noStrike">
                <a:solidFill>
                  <a:srgbClr val="000000"/>
                </a:solidFill>
                <a:latin typeface="Trebuchet MS"/>
              </a:rPr>
              <a:t>l</a:t>
            </a:r>
            <a:r>
              <a:rPr b="1" lang="en-IN" sz="5900" spc="-415" strike="noStrike">
                <a:solidFill>
                  <a:srgbClr val="000000"/>
                </a:solidFill>
                <a:latin typeface="Trebuchet MS"/>
              </a:rPr>
              <a:t>e</a:t>
            </a:r>
            <a:r>
              <a:rPr b="1" lang="en-IN" sz="5900" spc="-41" strike="noStrike">
                <a:solidFill>
                  <a:srgbClr val="000000"/>
                </a:solidFill>
                <a:latin typeface="Trebuchet MS"/>
              </a:rPr>
              <a:t>c</a:t>
            </a:r>
            <a:r>
              <a:rPr b="1" lang="en-IN" sz="5900" spc="-270" strike="noStrike">
                <a:solidFill>
                  <a:srgbClr val="000000"/>
                </a:solidFill>
                <a:latin typeface="Trebuchet MS"/>
              </a:rPr>
              <a:t>t</a:t>
            </a:r>
            <a:r>
              <a:rPr b="1" lang="en-IN" sz="5900" spc="194" strike="noStrike">
                <a:solidFill>
                  <a:srgbClr val="000000"/>
                </a:solidFill>
                <a:latin typeface="Trebuchet MS"/>
              </a:rPr>
              <a:t>i</a:t>
            </a:r>
            <a:r>
              <a:rPr b="1" lang="en-IN" sz="5900" spc="69" strike="noStrike">
                <a:solidFill>
                  <a:srgbClr val="000000"/>
                </a:solidFill>
                <a:latin typeface="Trebuchet MS"/>
              </a:rPr>
              <a:t>o</a:t>
            </a:r>
            <a:r>
              <a:rPr b="1" lang="en-IN" sz="5900" spc="219" strike="noStrike">
                <a:solidFill>
                  <a:srgbClr val="000000"/>
                </a:solidFill>
                <a:latin typeface="Trebuchet MS"/>
              </a:rPr>
              <a:t>n</a:t>
            </a:r>
            <a:endParaRPr b="0" lang="en-IN" sz="5900" spc="-1" strike="noStrike">
              <a:latin typeface="Calibri"/>
            </a:endParaRPr>
          </a:p>
        </p:txBody>
      </p:sp>
      <p:sp>
        <p:nvSpPr>
          <p:cNvPr id="102" name="object 6"/>
          <p:cNvSpPr/>
          <p:nvPr/>
        </p:nvSpPr>
        <p:spPr>
          <a:xfrm>
            <a:off x="1433160" y="3251520"/>
            <a:ext cx="6384600" cy="3968280"/>
          </a:xfrm>
          <a:prstGeom prst="rect">
            <a:avLst/>
          </a:prstGeom>
          <a:noFill/>
          <a:ln w="0">
            <a:noFill/>
          </a:ln>
        </p:spPr>
        <p:style>
          <a:lnRef idx="0"/>
          <a:fillRef idx="0"/>
          <a:effectRef idx="0"/>
          <a:fontRef idx="minor"/>
        </p:style>
        <p:txBody>
          <a:bodyPr lIns="0" rIns="0" tIns="9360" bIns="0" anchor="t">
            <a:spAutoFit/>
          </a:bodyPr>
          <a:p>
            <a:pPr marL="12600">
              <a:lnSpc>
                <a:spcPct val="118000"/>
              </a:lnSpc>
              <a:spcBef>
                <a:spcPts val="74"/>
              </a:spcBef>
              <a:buNone/>
            </a:pPr>
            <a:r>
              <a:rPr b="0" lang="en-IN" sz="2450" spc="-231" strike="noStrike">
                <a:latin typeface="Verdana"/>
              </a:rPr>
              <a:t>T</a:t>
            </a:r>
            <a:r>
              <a:rPr b="0" lang="en-IN" sz="2450" spc="58" strike="noStrike">
                <a:latin typeface="Verdana"/>
              </a:rPr>
              <a:t>o</a:t>
            </a:r>
            <a:r>
              <a:rPr b="0" lang="en-IN" sz="2450" spc="-216" strike="noStrike">
                <a:latin typeface="Verdana"/>
              </a:rPr>
              <a:t> </a:t>
            </a:r>
            <a:r>
              <a:rPr b="0" lang="en-IN" sz="2450" spc="32" strike="noStrike">
                <a:latin typeface="Verdana"/>
              </a:rPr>
              <a:t>t</a:t>
            </a:r>
            <a:r>
              <a:rPr b="0" lang="en-IN" sz="2450" spc="-80" strike="noStrike">
                <a:latin typeface="Verdana"/>
              </a:rPr>
              <a:t>r</a:t>
            </a:r>
            <a:r>
              <a:rPr b="0" lang="en-IN" sz="2450" spc="-15" strike="noStrike">
                <a:latin typeface="Verdana"/>
              </a:rPr>
              <a:t>a</a:t>
            </a:r>
            <a:r>
              <a:rPr b="0" lang="en-IN" sz="2450" spc="-12" strike="noStrike">
                <a:latin typeface="Verdana"/>
              </a:rPr>
              <a:t>i</a:t>
            </a:r>
            <a:r>
              <a:rPr b="0" lang="en-IN" sz="2450" spc="123" strike="noStrike">
                <a:latin typeface="Verdana"/>
              </a:rPr>
              <a:t>n</a:t>
            </a:r>
            <a:r>
              <a:rPr b="0" lang="en-IN" sz="2450" spc="-216" strike="noStrike">
                <a:latin typeface="Verdana"/>
              </a:rPr>
              <a:t> </a:t>
            </a:r>
            <a:r>
              <a:rPr b="0" lang="en-IN" sz="2450" spc="-15" strike="noStrike">
                <a:latin typeface="Verdana"/>
              </a:rPr>
              <a:t>a</a:t>
            </a:r>
            <a:r>
              <a:rPr b="0" lang="en-IN" sz="2450" spc="-216" strike="noStrike">
                <a:latin typeface="Verdana"/>
              </a:rPr>
              <a:t> </a:t>
            </a:r>
            <a:r>
              <a:rPr b="0" lang="en-IN" sz="2450" spc="239" strike="noStrike">
                <a:latin typeface="Verdana"/>
              </a:rPr>
              <a:t>m</a:t>
            </a:r>
            <a:r>
              <a:rPr b="0" lang="en-IN" sz="2450" spc="-15" strike="noStrike">
                <a:latin typeface="Verdana"/>
              </a:rPr>
              <a:t>a</a:t>
            </a:r>
            <a:r>
              <a:rPr b="0" lang="en-IN" sz="2450" spc="94" strike="noStrike">
                <a:latin typeface="Verdana"/>
              </a:rPr>
              <a:t>c</a:t>
            </a:r>
            <a:r>
              <a:rPr b="0" lang="en-IN" sz="2450" spc="123" strike="noStrike">
                <a:latin typeface="Verdana"/>
              </a:rPr>
              <a:t>h</a:t>
            </a:r>
            <a:r>
              <a:rPr b="0" lang="en-IN" sz="2450" spc="-12" strike="noStrike">
                <a:latin typeface="Verdana"/>
              </a:rPr>
              <a:t>i</a:t>
            </a:r>
            <a:r>
              <a:rPr b="0" lang="en-IN" sz="2450" spc="123" strike="noStrike">
                <a:latin typeface="Verdana"/>
              </a:rPr>
              <a:t>n</a:t>
            </a:r>
            <a:r>
              <a:rPr b="0" lang="en-IN" sz="2450" spc="32" strike="noStrike">
                <a:latin typeface="Verdana"/>
              </a:rPr>
              <a:t>e</a:t>
            </a:r>
            <a:r>
              <a:rPr b="0" lang="en-IN" sz="2450" spc="-216" strike="noStrike">
                <a:latin typeface="Verdana"/>
              </a:rPr>
              <a:t> </a:t>
            </a:r>
            <a:r>
              <a:rPr b="0" lang="en-IN" sz="2450" spc="-12" strike="noStrike">
                <a:latin typeface="Verdana"/>
              </a:rPr>
              <a:t>l</a:t>
            </a:r>
            <a:r>
              <a:rPr b="0" lang="en-IN" sz="2450" spc="-7" strike="noStrike">
                <a:latin typeface="Verdana"/>
              </a:rPr>
              <a:t>e</a:t>
            </a:r>
            <a:r>
              <a:rPr b="0" lang="en-IN" sz="2450" spc="-15" strike="noStrike">
                <a:latin typeface="Verdana"/>
              </a:rPr>
              <a:t>a</a:t>
            </a:r>
            <a:r>
              <a:rPr b="0" lang="en-IN" sz="2450" spc="-75" strike="noStrike">
                <a:latin typeface="Verdana"/>
              </a:rPr>
              <a:t>r</a:t>
            </a:r>
            <a:r>
              <a:rPr b="0" lang="en-IN" sz="2450" spc="123" strike="noStrike">
                <a:latin typeface="Verdana"/>
              </a:rPr>
              <a:t>n</a:t>
            </a:r>
            <a:r>
              <a:rPr b="0" lang="en-IN" sz="2450" spc="-12" strike="noStrike">
                <a:latin typeface="Verdana"/>
              </a:rPr>
              <a:t>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239" strike="noStrike">
                <a:latin typeface="Verdana"/>
              </a:rPr>
              <a:t>m</a:t>
            </a:r>
            <a:r>
              <a:rPr b="0" lang="en-IN" sz="2450" spc="58" strike="noStrike">
                <a:latin typeface="Verdana"/>
              </a:rPr>
              <a:t>o</a:t>
            </a:r>
            <a:r>
              <a:rPr b="0" lang="en-IN" sz="2450" spc="148" strike="noStrike">
                <a:latin typeface="Verdana"/>
              </a:rPr>
              <a:t>d</a:t>
            </a:r>
            <a:r>
              <a:rPr b="0" lang="en-IN" sz="2450" spc="32" strike="noStrike">
                <a:latin typeface="Verdana"/>
              </a:rPr>
              <a:t>e</a:t>
            </a:r>
            <a:r>
              <a:rPr b="0" lang="en-IN" sz="2450" spc="-12" strike="noStrike">
                <a:latin typeface="Verdana"/>
              </a:rPr>
              <a:t>l</a:t>
            </a:r>
            <a:r>
              <a:rPr b="0" lang="en-IN" sz="2450" spc="-372" strike="noStrike">
                <a:latin typeface="Verdana"/>
              </a:rPr>
              <a:t>,</a:t>
            </a:r>
            <a:r>
              <a:rPr b="0" lang="en-IN" sz="2450" spc="-216" strike="noStrike">
                <a:latin typeface="Verdana"/>
              </a:rPr>
              <a:t> </a:t>
            </a:r>
            <a:r>
              <a:rPr b="0" lang="en-IN" sz="2450" spc="128" strike="noStrike">
                <a:latin typeface="Verdana"/>
              </a:rPr>
              <a:t>w</a:t>
            </a:r>
            <a:r>
              <a:rPr b="0" lang="en-IN" sz="2450" spc="24" strike="noStrike">
                <a:latin typeface="Verdana"/>
              </a:rPr>
              <a:t>e  </a:t>
            </a:r>
            <a:r>
              <a:rPr b="0" lang="en-IN" sz="2450" spc="123" strike="noStrike">
                <a:latin typeface="Verdana"/>
              </a:rPr>
              <a:t>n</a:t>
            </a:r>
            <a:r>
              <a:rPr b="0" lang="en-IN" sz="2450" spc="32" strike="noStrike">
                <a:latin typeface="Verdana"/>
              </a:rPr>
              <a:t>ee</a:t>
            </a:r>
            <a:r>
              <a:rPr b="0" lang="en-IN" sz="2450" spc="148" strike="noStrike">
                <a:latin typeface="Verdana"/>
              </a:rPr>
              <a:t>d</a:t>
            </a:r>
            <a:r>
              <a:rPr b="0" lang="en-IN" sz="2450" spc="-216" strike="noStrike">
                <a:latin typeface="Verdana"/>
              </a:rPr>
              <a:t> </a:t>
            </a:r>
            <a:r>
              <a:rPr b="0" lang="en-IN" sz="2450" spc="-15" strike="noStrike">
                <a:latin typeface="Verdana"/>
              </a:rPr>
              <a:t>a</a:t>
            </a:r>
            <a:r>
              <a:rPr b="0" lang="en-IN" sz="2450" spc="-216" strike="noStrike">
                <a:latin typeface="Verdana"/>
              </a:rPr>
              <a:t> </a:t>
            </a:r>
            <a:r>
              <a:rPr b="0" lang="en-IN" sz="2450" spc="-12" strike="noStrike">
                <a:latin typeface="Verdana"/>
              </a:rPr>
              <a:t>l</a:t>
            </a:r>
            <a:r>
              <a:rPr b="0" lang="en-IN" sz="2450" spc="-15" strike="noStrike">
                <a:latin typeface="Verdana"/>
              </a:rPr>
              <a:t>a</a:t>
            </a:r>
            <a:r>
              <a:rPr b="0" lang="en-IN" sz="2450" spc="-92" strike="noStrike">
                <a:latin typeface="Verdana"/>
              </a:rPr>
              <a:t>r</a:t>
            </a:r>
            <a:r>
              <a:rPr b="0" lang="en-IN" sz="2450" spc="97" strike="noStrike">
                <a:latin typeface="Verdana"/>
              </a:rPr>
              <a:t>ge</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148" strike="noStrike">
                <a:latin typeface="Verdana"/>
              </a:rPr>
              <a:t>d</a:t>
            </a:r>
            <a:r>
              <a:rPr b="0" lang="en-IN" sz="2450" spc="-12" strike="noStrike">
                <a:latin typeface="Verdana"/>
              </a:rPr>
              <a:t>i</a:t>
            </a:r>
            <a:r>
              <a:rPr b="0" lang="en-IN" sz="2450" spc="-151" strike="noStrike">
                <a:latin typeface="Verdana"/>
              </a:rPr>
              <a:t>v</a:t>
            </a:r>
            <a:r>
              <a:rPr b="0" lang="en-IN" sz="2450" spc="32" strike="noStrike">
                <a:latin typeface="Verdana"/>
              </a:rPr>
              <a:t>e</a:t>
            </a:r>
            <a:r>
              <a:rPr b="0" lang="en-IN" sz="2450" spc="-66" strike="noStrike">
                <a:latin typeface="Verdana"/>
              </a:rPr>
              <a:t>r</a:t>
            </a:r>
            <a:r>
              <a:rPr b="0" lang="en-IN" sz="2450" spc="-72" strike="noStrike">
                <a:latin typeface="Verdana"/>
              </a:rPr>
              <a:t>s</a:t>
            </a:r>
            <a:r>
              <a:rPr b="0" lang="en-IN" sz="2450" spc="32" strike="noStrike">
                <a:latin typeface="Verdana"/>
              </a:rPr>
              <a:t>e</a:t>
            </a:r>
            <a:r>
              <a:rPr b="0" lang="en-IN" sz="2450" spc="-216" strike="noStrike">
                <a:latin typeface="Verdana"/>
              </a:rPr>
              <a:t> </a:t>
            </a:r>
            <a:r>
              <a:rPr b="0" lang="en-IN" sz="2450" spc="148" strike="noStrike">
                <a:latin typeface="Verdana"/>
              </a:rPr>
              <a:t>d</a:t>
            </a:r>
            <a:r>
              <a:rPr b="0" lang="en-IN" sz="2450" spc="-15" strike="noStrike">
                <a:latin typeface="Verdana"/>
              </a:rPr>
              <a:t>a</a:t>
            </a:r>
            <a:r>
              <a:rPr b="0" lang="en-IN" sz="2450" spc="32" strike="noStrike">
                <a:latin typeface="Verdana"/>
              </a:rPr>
              <a:t>t</a:t>
            </a:r>
            <a:r>
              <a:rPr b="0" lang="en-IN" sz="2450" spc="-15" strike="noStrike">
                <a:latin typeface="Verdana"/>
              </a:rPr>
              <a:t>a</a:t>
            </a:r>
            <a:r>
              <a:rPr b="0" lang="en-IN" sz="2450" spc="-72" strike="noStrike">
                <a:latin typeface="Verdana"/>
              </a:rPr>
              <a:t>s</a:t>
            </a:r>
            <a:r>
              <a:rPr b="0" lang="en-IN" sz="2450" spc="32" strike="noStrike">
                <a:latin typeface="Verdana"/>
              </a:rPr>
              <a:t>et</a:t>
            </a:r>
            <a:r>
              <a:rPr b="0" lang="en-IN" sz="2450" spc="-216" strike="noStrike">
                <a:latin typeface="Verdana"/>
              </a:rPr>
              <a:t> </a:t>
            </a:r>
            <a:r>
              <a:rPr b="0" lang="en-IN" sz="2450" spc="58" strike="noStrike">
                <a:latin typeface="Verdana"/>
              </a:rPr>
              <a:t>o</a:t>
            </a:r>
            <a:r>
              <a:rPr b="0" lang="en-IN" sz="2450" spc="-26" strike="noStrike">
                <a:latin typeface="Verdana"/>
              </a:rPr>
              <a:t>f  </a:t>
            </a:r>
            <a:r>
              <a:rPr b="0" lang="en-IN" sz="2450" spc="137" strike="noStrike">
                <a:latin typeface="Verdana"/>
              </a:rPr>
              <a:t>p</a:t>
            </a:r>
            <a:r>
              <a:rPr b="0" lang="en-IN" sz="2450" spc="-15" strike="noStrike">
                <a:latin typeface="Verdana"/>
              </a:rPr>
              <a:t>a</a:t>
            </a:r>
            <a:r>
              <a:rPr b="0" lang="en-IN" sz="2450" spc="32" strike="noStrike">
                <a:latin typeface="Verdana"/>
              </a:rPr>
              <a:t>t</a:t>
            </a:r>
            <a:r>
              <a:rPr b="0" lang="en-IN" sz="2450" spc="-12" strike="noStrike">
                <a:latin typeface="Verdana"/>
              </a:rPr>
              <a:t>i</a:t>
            </a:r>
            <a:r>
              <a:rPr b="0" lang="en-IN" sz="2450" spc="32" strike="noStrike">
                <a:latin typeface="Verdana"/>
              </a:rPr>
              <a:t>e</a:t>
            </a:r>
            <a:r>
              <a:rPr b="0" lang="en-IN" sz="2450" spc="123" strike="noStrike">
                <a:latin typeface="Verdana"/>
              </a:rPr>
              <a:t>n</a:t>
            </a:r>
            <a:r>
              <a:rPr b="0" lang="en-IN" sz="2450" spc="32" strike="noStrike">
                <a:latin typeface="Verdana"/>
              </a:rPr>
              <a:t>t</a:t>
            </a:r>
            <a:r>
              <a:rPr b="0" lang="en-IN" sz="2450" spc="-216" strike="noStrike">
                <a:latin typeface="Verdana"/>
              </a:rPr>
              <a:t> </a:t>
            </a:r>
            <a:r>
              <a:rPr b="0" lang="en-IN" sz="2450" spc="123" strike="noStrike">
                <a:latin typeface="Verdana"/>
              </a:rPr>
              <a:t>h</a:t>
            </a:r>
            <a:r>
              <a:rPr b="0" lang="en-IN" sz="2450" spc="-7" strike="noStrike">
                <a:latin typeface="Verdana"/>
              </a:rPr>
              <a:t>e</a:t>
            </a:r>
            <a:r>
              <a:rPr b="0" lang="en-IN" sz="2450" spc="-15" strike="noStrike">
                <a:latin typeface="Verdana"/>
              </a:rPr>
              <a:t>a</a:t>
            </a:r>
            <a:r>
              <a:rPr b="0" lang="en-IN" sz="2450" spc="-12" strike="noStrike">
                <a:latin typeface="Verdana"/>
              </a:rPr>
              <a:t>l</a:t>
            </a:r>
            <a:r>
              <a:rPr b="0" lang="en-IN" sz="2450" spc="32" strike="noStrike">
                <a:latin typeface="Verdana"/>
              </a:rPr>
              <a:t>t</a:t>
            </a:r>
            <a:r>
              <a:rPr b="0" lang="en-IN" sz="2450" spc="123" strike="noStrike">
                <a:latin typeface="Verdana"/>
              </a:rPr>
              <a:t>h</a:t>
            </a:r>
            <a:r>
              <a:rPr b="0" lang="en-IN" sz="2450" spc="-216" strike="noStrike">
                <a:latin typeface="Verdana"/>
              </a:rPr>
              <a:t> </a:t>
            </a:r>
            <a:r>
              <a:rPr b="0" lang="en-IN" sz="2450" spc="-92" strike="noStrike">
                <a:latin typeface="Verdana"/>
              </a:rPr>
              <a:t>r</a:t>
            </a:r>
            <a:r>
              <a:rPr b="0" lang="en-IN" sz="2450" spc="32" strike="noStrike">
                <a:latin typeface="Verdana"/>
              </a:rPr>
              <a:t>e</a:t>
            </a:r>
            <a:r>
              <a:rPr b="0" lang="en-IN" sz="2450" spc="89" strike="noStrike">
                <a:latin typeface="Verdana"/>
              </a:rPr>
              <a:t>c</a:t>
            </a:r>
            <a:r>
              <a:rPr b="0" lang="en-IN" sz="2450" spc="58" strike="noStrike">
                <a:latin typeface="Verdana"/>
              </a:rPr>
              <a:t>o</a:t>
            </a:r>
            <a:r>
              <a:rPr b="0" lang="en-IN" sz="2450" spc="-92" strike="noStrike">
                <a:latin typeface="Verdana"/>
              </a:rPr>
              <a:t>r</a:t>
            </a:r>
            <a:r>
              <a:rPr b="0" lang="en-IN" sz="2450" spc="148" strike="noStrike">
                <a:latin typeface="Verdana"/>
              </a:rPr>
              <a:t>d</a:t>
            </a:r>
            <a:r>
              <a:rPr b="0" lang="en-IN" sz="2450" spc="-72" strike="noStrike">
                <a:latin typeface="Verdana"/>
              </a:rPr>
              <a:t>s</a:t>
            </a:r>
            <a:r>
              <a:rPr b="0" lang="en-IN" sz="2450" spc="-372" strike="noStrike">
                <a:latin typeface="Verdana"/>
              </a:rPr>
              <a:t>.</a:t>
            </a:r>
            <a:r>
              <a:rPr b="0" lang="en-IN" sz="2450" spc="-216" strike="noStrike">
                <a:latin typeface="Verdana"/>
              </a:rPr>
              <a:t> </a:t>
            </a:r>
            <a:r>
              <a:rPr b="0" lang="en-IN" sz="2450" spc="-92" strike="noStrike">
                <a:latin typeface="Verdana"/>
              </a:rPr>
              <a:t>T</a:t>
            </a:r>
            <a:r>
              <a:rPr b="0" lang="en-IN" sz="2450" spc="123" strike="noStrike">
                <a:latin typeface="Verdana"/>
              </a:rPr>
              <a:t>h</a:t>
            </a:r>
            <a:r>
              <a:rPr b="0" lang="en-IN" sz="2450" spc="-12" strike="noStrike">
                <a:latin typeface="Verdana"/>
              </a:rPr>
              <a:t>i</a:t>
            </a:r>
            <a:r>
              <a:rPr b="0" lang="en-IN" sz="2450" spc="-72" strike="noStrike">
                <a:latin typeface="Verdana"/>
              </a:rPr>
              <a:t>s</a:t>
            </a:r>
            <a:r>
              <a:rPr b="0" lang="en-IN" sz="2450" spc="-216" strike="noStrike">
                <a:latin typeface="Verdana"/>
              </a:rPr>
              <a:t> </a:t>
            </a:r>
            <a:r>
              <a:rPr b="0" lang="en-IN" sz="2450" spc="148" strike="noStrike">
                <a:latin typeface="Verdana"/>
              </a:rPr>
              <a:t>d</a:t>
            </a:r>
            <a:r>
              <a:rPr b="0" lang="en-IN" sz="2450" spc="-15" strike="noStrike">
                <a:latin typeface="Verdana"/>
              </a:rPr>
              <a:t>a</a:t>
            </a:r>
            <a:r>
              <a:rPr b="0" lang="en-IN" sz="2450" spc="32" strike="noStrike">
                <a:latin typeface="Verdana"/>
              </a:rPr>
              <a:t>t</a:t>
            </a:r>
            <a:r>
              <a:rPr b="0" lang="en-IN" sz="2450" spc="-15" strike="noStrike">
                <a:latin typeface="Verdana"/>
              </a:rPr>
              <a:t>a</a:t>
            </a:r>
            <a:r>
              <a:rPr b="0" lang="en-IN" sz="2450" spc="-216" strike="noStrike">
                <a:latin typeface="Verdana"/>
              </a:rPr>
              <a:t> </a:t>
            </a:r>
            <a:r>
              <a:rPr b="0" lang="en-IN" sz="2450" spc="111" strike="noStrike">
                <a:latin typeface="Verdana"/>
              </a:rPr>
              <a:t>c</a:t>
            </a:r>
            <a:r>
              <a:rPr b="0" lang="en-IN" sz="2450" spc="-15" strike="noStrike">
                <a:latin typeface="Verdana"/>
              </a:rPr>
              <a:t>a</a:t>
            </a:r>
            <a:r>
              <a:rPr b="0" lang="en-IN" sz="2450" spc="123" strike="noStrike">
                <a:latin typeface="Verdana"/>
              </a:rPr>
              <a:t>n</a:t>
            </a:r>
            <a:r>
              <a:rPr b="0" lang="en-IN" sz="2450" spc="-216" strike="noStrike">
                <a:latin typeface="Verdana"/>
              </a:rPr>
              <a:t> </a:t>
            </a:r>
            <a:r>
              <a:rPr b="0" lang="en-IN" sz="2450" spc="148" strike="noStrike">
                <a:latin typeface="Verdana"/>
              </a:rPr>
              <a:t>b</a:t>
            </a:r>
            <a:r>
              <a:rPr b="0" lang="en-IN" sz="2450" spc="24" strike="noStrike">
                <a:latin typeface="Verdana"/>
              </a:rPr>
              <a:t>e  </a:t>
            </a:r>
            <a:r>
              <a:rPr b="0" lang="en-IN" sz="2450" spc="49" strike="noStrike">
                <a:latin typeface="Verdana"/>
              </a:rPr>
              <a:t>collected</a:t>
            </a:r>
            <a:r>
              <a:rPr b="0" lang="en-IN" sz="2450" spc="-211" strike="noStrike">
                <a:latin typeface="Verdana"/>
              </a:rPr>
              <a:t> </a:t>
            </a:r>
            <a:r>
              <a:rPr b="0" lang="en-IN" sz="2450" spc="94" strike="noStrike">
                <a:latin typeface="Verdana"/>
              </a:rPr>
              <a:t>from</a:t>
            </a:r>
            <a:r>
              <a:rPr b="0" lang="en-IN" sz="2450" spc="-211" strike="noStrike">
                <a:latin typeface="Verdana"/>
              </a:rPr>
              <a:t> </a:t>
            </a:r>
            <a:r>
              <a:rPr b="0" lang="en-IN" sz="2450" spc="38" strike="noStrike">
                <a:latin typeface="Verdana"/>
              </a:rPr>
              <a:t>electronic</a:t>
            </a:r>
            <a:r>
              <a:rPr b="0" lang="en-IN" sz="2450" spc="-205" strike="noStrike">
                <a:latin typeface="Verdana"/>
              </a:rPr>
              <a:t> </a:t>
            </a:r>
            <a:r>
              <a:rPr b="0" lang="en-IN" sz="2450" spc="38" strike="noStrike">
                <a:latin typeface="Verdana"/>
              </a:rPr>
              <a:t>health</a:t>
            </a:r>
            <a:r>
              <a:rPr b="0" lang="en-IN" sz="2450" spc="-211" strike="noStrike">
                <a:latin typeface="Verdana"/>
              </a:rPr>
              <a:t> </a:t>
            </a:r>
            <a:r>
              <a:rPr b="0" lang="en-IN" sz="2450" spc="-35" strike="noStrike">
                <a:latin typeface="Verdana"/>
              </a:rPr>
              <a:t>records, </a:t>
            </a:r>
            <a:r>
              <a:rPr b="0" lang="en-IN" sz="2450" spc="-846" strike="noStrike">
                <a:latin typeface="Verdana"/>
              </a:rPr>
              <a:t> </a:t>
            </a:r>
            <a:r>
              <a:rPr b="0" lang="en-IN" sz="2450" spc="239" strike="noStrike">
                <a:latin typeface="Verdana"/>
              </a:rPr>
              <a:t>m</a:t>
            </a:r>
            <a:r>
              <a:rPr b="0" lang="en-IN" sz="2450" spc="32" strike="noStrike">
                <a:latin typeface="Verdana"/>
              </a:rPr>
              <a:t>e</a:t>
            </a:r>
            <a:r>
              <a:rPr b="0" lang="en-IN" sz="2450" spc="148" strike="noStrike">
                <a:latin typeface="Verdana"/>
              </a:rPr>
              <a:t>d</a:t>
            </a:r>
            <a:r>
              <a:rPr b="0" lang="en-IN" sz="2450" spc="-12" strike="noStrike">
                <a:latin typeface="Verdana"/>
              </a:rPr>
              <a:t>i</a:t>
            </a:r>
            <a:r>
              <a:rPr b="0" lang="en-IN" sz="2450" spc="111" strike="noStrike">
                <a:latin typeface="Verdana"/>
              </a:rPr>
              <a:t>c</a:t>
            </a:r>
            <a:r>
              <a:rPr b="0" lang="en-IN" sz="2450" spc="-15" strike="noStrike">
                <a:latin typeface="Verdana"/>
              </a:rPr>
              <a:t>a</a:t>
            </a:r>
            <a:r>
              <a:rPr b="0" lang="en-IN" sz="2450" spc="-12" strike="noStrike">
                <a:latin typeface="Verdana"/>
              </a:rPr>
              <a:t>l</a:t>
            </a:r>
            <a:r>
              <a:rPr b="0" lang="en-IN" sz="2450" spc="-216" strike="noStrike">
                <a:latin typeface="Verdana"/>
              </a:rPr>
              <a:t> </a:t>
            </a:r>
            <a:r>
              <a:rPr b="0" lang="en-IN" sz="2450" spc="-12" strike="noStrike">
                <a:latin typeface="Verdana"/>
              </a:rPr>
              <a:t>i</a:t>
            </a:r>
            <a:r>
              <a:rPr b="0" lang="en-IN" sz="2450" spc="239" strike="noStrike">
                <a:latin typeface="Verdana"/>
              </a:rPr>
              <a:t>m</a:t>
            </a:r>
            <a:r>
              <a:rPr b="0" lang="en-IN" sz="2450" spc="-15" strike="noStrike">
                <a:latin typeface="Verdana"/>
              </a:rPr>
              <a:t>a</a:t>
            </a:r>
            <a:r>
              <a:rPr b="0" lang="en-IN" sz="2450" spc="94" strike="noStrike">
                <a:latin typeface="Verdana"/>
              </a:rPr>
              <a:t>gin</a:t>
            </a:r>
            <a:r>
              <a:rPr b="0" lang="en-IN" sz="2450" spc="-100" strike="noStrike">
                <a:latin typeface="Verdana"/>
              </a:rPr>
              <a:t>g,</a:t>
            </a:r>
            <a:r>
              <a:rPr b="0" lang="en-IN" sz="2450" spc="-216" strike="noStrike">
                <a:latin typeface="Verdana"/>
              </a:rPr>
              <a:t> </a:t>
            </a:r>
            <a:r>
              <a:rPr b="0" lang="en-IN" sz="2450" spc="97" strike="noStrike">
                <a:latin typeface="Verdana"/>
              </a:rPr>
              <a:t>ge</a:t>
            </a:r>
            <a:r>
              <a:rPr b="0" lang="en-IN" sz="2450" spc="123" strike="noStrike">
                <a:latin typeface="Verdana"/>
              </a:rPr>
              <a:t>n</a:t>
            </a:r>
            <a:r>
              <a:rPr b="0" lang="en-IN" sz="2450" spc="32" strike="noStrike">
                <a:latin typeface="Verdana"/>
              </a:rPr>
              <a:t>et</a:t>
            </a:r>
            <a:r>
              <a:rPr b="0" lang="en-IN" sz="2450" spc="-12" strike="noStrike">
                <a:latin typeface="Verdana"/>
              </a:rPr>
              <a:t>i</a:t>
            </a:r>
            <a:r>
              <a:rPr b="0" lang="en-IN" sz="2450" spc="111" strike="noStrike">
                <a:latin typeface="Verdana"/>
              </a:rPr>
              <a:t>c</a:t>
            </a:r>
            <a:r>
              <a:rPr b="0" lang="en-IN" sz="2450" spc="-216" strike="noStrike">
                <a:latin typeface="Verdana"/>
              </a:rPr>
              <a:t> </a:t>
            </a:r>
            <a:r>
              <a:rPr b="0" lang="en-IN" sz="2450" spc="-15" strike="noStrike">
                <a:latin typeface="Verdana"/>
              </a:rPr>
              <a:t>t</a:t>
            </a:r>
            <a:r>
              <a:rPr b="0" lang="en-IN" sz="2450" spc="32" strike="noStrike">
                <a:latin typeface="Verdana"/>
              </a:rPr>
              <a:t>e</a:t>
            </a:r>
            <a:r>
              <a:rPr b="0" lang="en-IN" sz="2450" spc="-72" strike="noStrike">
                <a:latin typeface="Verdana"/>
              </a:rPr>
              <a:t>s</a:t>
            </a:r>
            <a:r>
              <a:rPr b="0" lang="en-IN" sz="2450" spc="32" strike="noStrike">
                <a:latin typeface="Verdana"/>
              </a:rPr>
              <a:t>t</a:t>
            </a:r>
            <a:r>
              <a:rPr b="0" lang="en-IN" sz="2450" spc="-12" strike="noStrike">
                <a:latin typeface="Verdana"/>
              </a:rPr>
              <a:t>i</a:t>
            </a:r>
            <a:r>
              <a:rPr b="0" lang="en-IN" sz="2450" spc="123" strike="noStrike">
                <a:latin typeface="Verdana"/>
              </a:rPr>
              <a:t>n</a:t>
            </a:r>
            <a:r>
              <a:rPr b="0" lang="en-IN" sz="2450" spc="-100" strike="noStrike">
                <a:latin typeface="Verdana"/>
              </a:rPr>
              <a:t>g,</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03" strike="noStrike">
                <a:latin typeface="Verdana"/>
              </a:rPr>
              <a:t>d  </a:t>
            </a:r>
            <a:r>
              <a:rPr b="0" lang="en-IN" sz="2450" spc="58" strike="noStrike">
                <a:latin typeface="Verdana"/>
              </a:rPr>
              <a:t>o</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55" strike="noStrike">
                <a:latin typeface="Verdana"/>
              </a:rPr>
              <a:t>r</a:t>
            </a:r>
            <a:r>
              <a:rPr b="0" lang="en-IN" sz="2450" spc="-216" strike="noStrike">
                <a:latin typeface="Verdana"/>
              </a:rPr>
              <a:t> </a:t>
            </a:r>
            <a:r>
              <a:rPr b="0" lang="en-IN" sz="2450" spc="-72" strike="noStrike">
                <a:latin typeface="Verdana"/>
              </a:rPr>
              <a:t>s</a:t>
            </a:r>
            <a:r>
              <a:rPr b="0" lang="en-IN" sz="2450" spc="58" strike="noStrike">
                <a:latin typeface="Verdana"/>
              </a:rPr>
              <a:t>o</a:t>
            </a:r>
            <a:r>
              <a:rPr b="0" lang="en-IN" sz="2450" spc="32" strike="noStrike">
                <a:latin typeface="Verdana"/>
              </a:rPr>
              <a:t>u</a:t>
            </a:r>
            <a:r>
              <a:rPr b="0" lang="en-IN" sz="2450" spc="-12" strike="noStrike">
                <a:latin typeface="Verdana"/>
              </a:rPr>
              <a:t>r</a:t>
            </a:r>
            <a:r>
              <a:rPr b="0" lang="en-IN" sz="2450" spc="89" strike="noStrike">
                <a:latin typeface="Verdana"/>
              </a:rPr>
              <a:t>c</a:t>
            </a:r>
            <a:r>
              <a:rPr b="0" lang="en-IN" sz="2450" spc="32" strike="noStrike">
                <a:latin typeface="Verdana"/>
              </a:rPr>
              <a:t>e</a:t>
            </a:r>
            <a:r>
              <a:rPr b="0" lang="en-IN" sz="2450" spc="-72" strike="noStrike">
                <a:latin typeface="Verdana"/>
              </a:rPr>
              <a:t>s</a:t>
            </a:r>
            <a:r>
              <a:rPr b="0" lang="en-IN" sz="2450" spc="-372" strike="noStrike">
                <a:latin typeface="Verdana"/>
              </a:rPr>
              <a:t>.</a:t>
            </a:r>
            <a:r>
              <a:rPr b="0" lang="en-IN" sz="2450" spc="-216" strike="noStrike">
                <a:latin typeface="Verdana"/>
              </a:rPr>
              <a:t> </a:t>
            </a:r>
            <a:r>
              <a:rPr b="0" lang="en-IN" sz="2450" spc="-9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148" strike="noStrike">
                <a:latin typeface="Verdana"/>
              </a:rPr>
              <a:t>d</a:t>
            </a:r>
            <a:r>
              <a:rPr b="0" lang="en-IN" sz="2450" spc="-15" strike="noStrike">
                <a:latin typeface="Verdana"/>
              </a:rPr>
              <a:t>a</a:t>
            </a:r>
            <a:r>
              <a:rPr b="0" lang="en-IN" sz="2450" spc="32" strike="noStrike">
                <a:latin typeface="Verdana"/>
              </a:rPr>
              <a:t>t</a:t>
            </a:r>
            <a:r>
              <a:rPr b="0" lang="en-IN" sz="2450" spc="-15" strike="noStrike">
                <a:latin typeface="Verdana"/>
              </a:rPr>
              <a:t>a</a:t>
            </a:r>
            <a:r>
              <a:rPr b="0" lang="en-IN" sz="2450" spc="-216" strike="noStrike">
                <a:latin typeface="Verdana"/>
              </a:rPr>
              <a:t> </a:t>
            </a:r>
            <a:r>
              <a:rPr b="0" lang="en-IN" sz="2450" spc="239" strike="noStrike">
                <a:latin typeface="Verdana"/>
              </a:rPr>
              <a:t>m</a:t>
            </a:r>
            <a:r>
              <a:rPr b="0" lang="en-IN" sz="2450" spc="111" strike="noStrike">
                <a:latin typeface="Verdana"/>
              </a:rPr>
              <a:t>u</a:t>
            </a:r>
            <a:r>
              <a:rPr b="0" lang="en-IN" sz="2450" spc="-72" strike="noStrike">
                <a:latin typeface="Verdana"/>
              </a:rPr>
              <a:t>s</a:t>
            </a:r>
            <a:r>
              <a:rPr b="0" lang="en-IN" sz="2450" spc="32" strike="noStrike">
                <a:latin typeface="Verdana"/>
              </a:rPr>
              <a:t>t</a:t>
            </a:r>
            <a:r>
              <a:rPr b="0" lang="en-IN" sz="2450" spc="-216" strike="noStrike">
                <a:latin typeface="Verdana"/>
              </a:rPr>
              <a:t> </a:t>
            </a:r>
            <a:r>
              <a:rPr b="0" lang="en-IN" sz="2450" spc="148" strike="noStrike">
                <a:latin typeface="Verdana"/>
              </a:rPr>
              <a:t>b</a:t>
            </a:r>
            <a:r>
              <a:rPr b="0" lang="en-IN" sz="2450" spc="24" strike="noStrike">
                <a:latin typeface="Verdana"/>
              </a:rPr>
              <a:t>e  </a:t>
            </a:r>
            <a:r>
              <a:rPr b="0" lang="en-IN" sz="2450" spc="148" strike="noStrike">
                <a:latin typeface="Verdana"/>
              </a:rPr>
              <a:t>p</a:t>
            </a:r>
            <a:r>
              <a:rPr b="0" lang="en-IN" sz="2450" spc="-92" strike="noStrike">
                <a:latin typeface="Verdana"/>
              </a:rPr>
              <a:t>r</a:t>
            </a:r>
            <a:r>
              <a:rPr b="0" lang="en-IN" sz="2450" spc="58" strike="noStrike">
                <a:latin typeface="Verdana"/>
              </a:rPr>
              <a:t>o</a:t>
            </a:r>
            <a:r>
              <a:rPr b="0" lang="en-IN" sz="2450" spc="148" strike="noStrike">
                <a:latin typeface="Verdana"/>
              </a:rPr>
              <a:t>p</a:t>
            </a:r>
            <a:r>
              <a:rPr b="0" lang="en-IN" sz="2450" spc="32" strike="noStrike">
                <a:latin typeface="Verdana"/>
              </a:rPr>
              <a:t>e</a:t>
            </a:r>
            <a:r>
              <a:rPr b="0" lang="en-IN" sz="2450" spc="-75" strike="noStrike">
                <a:latin typeface="Verdana"/>
              </a:rPr>
              <a:t>r</a:t>
            </a:r>
            <a:r>
              <a:rPr b="0" lang="en-IN" sz="2450" spc="-12" strike="noStrike">
                <a:latin typeface="Verdana"/>
              </a:rPr>
              <a:t>l</a:t>
            </a:r>
            <a:r>
              <a:rPr b="0" lang="en-IN" sz="2450" spc="-111" strike="noStrike">
                <a:latin typeface="Verdana"/>
              </a:rPr>
              <a:t>y</a:t>
            </a:r>
            <a:r>
              <a:rPr b="0" lang="en-IN" sz="2450" spc="-216" strike="noStrike">
                <a:latin typeface="Verdana"/>
              </a:rPr>
              <a:t> </a:t>
            </a:r>
            <a:r>
              <a:rPr b="0" lang="en-IN" sz="2450" spc="94" strike="noStrike">
                <a:latin typeface="Verdana"/>
              </a:rPr>
              <a:t>c</a:t>
            </a:r>
            <a:r>
              <a:rPr b="0" lang="en-IN" sz="2450" spc="-12" strike="noStrike">
                <a:latin typeface="Verdana"/>
              </a:rPr>
              <a:t>l</a:t>
            </a:r>
            <a:r>
              <a:rPr b="0" lang="en-IN" sz="2450" spc="-7" strike="noStrike">
                <a:latin typeface="Verdana"/>
              </a:rPr>
              <a:t>e</a:t>
            </a:r>
            <a:r>
              <a:rPr b="0" lang="en-IN" sz="2450" spc="-15" strike="noStrike">
                <a:latin typeface="Verdana"/>
              </a:rPr>
              <a:t>a</a:t>
            </a:r>
            <a:r>
              <a:rPr b="0" lang="en-IN" sz="2450" spc="123" strike="noStrike">
                <a:latin typeface="Verdana"/>
              </a:rPr>
              <a:t>n</a:t>
            </a:r>
            <a:r>
              <a:rPr b="0" lang="en-IN" sz="2450" spc="32" strike="noStrike">
                <a:latin typeface="Verdana"/>
              </a:rPr>
              <a:t>e</a:t>
            </a:r>
            <a:r>
              <a:rPr b="0" lang="en-IN" sz="2450" spc="148" strike="noStrike">
                <a:latin typeface="Verdana"/>
              </a:rPr>
              <a:t>d</a:t>
            </a:r>
            <a:r>
              <a:rPr b="0" lang="en-IN" sz="2450" spc="-372" strike="noStrike">
                <a:latin typeface="Verdana"/>
              </a:rPr>
              <a:t>,</a:t>
            </a:r>
            <a:r>
              <a:rPr b="0" lang="en-IN" sz="2450" spc="-216" strike="noStrike">
                <a:latin typeface="Verdana"/>
              </a:rPr>
              <a:t> </a:t>
            </a:r>
            <a:r>
              <a:rPr b="0" lang="en-IN" sz="2450" spc="-12" strike="noStrike">
                <a:latin typeface="Verdana"/>
              </a:rPr>
              <a:t>l</a:t>
            </a:r>
            <a:r>
              <a:rPr b="0" lang="en-IN" sz="2450" spc="-15" strike="noStrike">
                <a:latin typeface="Verdana"/>
              </a:rPr>
              <a:t>a</a:t>
            </a:r>
            <a:r>
              <a:rPr b="0" lang="en-IN" sz="2450" spc="148" strike="noStrike">
                <a:latin typeface="Verdana"/>
              </a:rPr>
              <a:t>b</a:t>
            </a:r>
            <a:r>
              <a:rPr b="0" lang="en-IN" sz="2450" spc="32" strike="noStrike">
                <a:latin typeface="Verdana"/>
              </a:rPr>
              <a:t>e</a:t>
            </a:r>
            <a:r>
              <a:rPr b="0" lang="en-IN" sz="2450" spc="-12" strike="noStrike">
                <a:latin typeface="Verdana"/>
              </a:rPr>
              <a:t>l</a:t>
            </a:r>
            <a:r>
              <a:rPr b="0" lang="en-IN" sz="2450" spc="32" strike="noStrike">
                <a:latin typeface="Verdana"/>
              </a:rPr>
              <a:t>e</a:t>
            </a:r>
            <a:r>
              <a:rPr b="0" lang="en-IN" sz="2450" spc="148" strike="noStrike">
                <a:latin typeface="Verdana"/>
              </a:rPr>
              <a:t>d</a:t>
            </a:r>
            <a:r>
              <a:rPr b="0" lang="en-IN" sz="2450" spc="-372" strike="noStrike">
                <a:latin typeface="Verdana"/>
              </a:rPr>
              <a:t>,</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11" strike="noStrike">
                <a:latin typeface="Verdana"/>
              </a:rPr>
              <a:t>d  p</a:t>
            </a:r>
            <a:r>
              <a:rPr b="0" lang="en-IN" sz="2450" spc="-92" strike="noStrike">
                <a:latin typeface="Verdana"/>
              </a:rPr>
              <a:t>r</a:t>
            </a:r>
            <a:r>
              <a:rPr b="0" lang="en-IN" sz="2450" spc="32" strike="noStrike">
                <a:latin typeface="Verdana"/>
              </a:rPr>
              <a:t>e</a:t>
            </a:r>
            <a:r>
              <a:rPr b="0" lang="en-IN" sz="2450" spc="148" strike="noStrike">
                <a:latin typeface="Verdana"/>
              </a:rPr>
              <a:t>p</a:t>
            </a:r>
            <a:r>
              <a:rPr b="0" lang="en-IN" sz="2450" spc="-92" strike="noStrike">
                <a:latin typeface="Verdana"/>
              </a:rPr>
              <a:t>r</a:t>
            </a:r>
            <a:r>
              <a:rPr b="0" lang="en-IN" sz="2450" spc="58" strike="noStrike">
                <a:latin typeface="Verdana"/>
              </a:rPr>
              <a:t>o</a:t>
            </a:r>
            <a:r>
              <a:rPr b="0" lang="en-IN" sz="2450" spc="89" strike="noStrike">
                <a:latin typeface="Verdana"/>
              </a:rPr>
              <a:t>c</a:t>
            </a:r>
            <a:r>
              <a:rPr b="0" lang="en-IN" sz="2450" spc="32" strike="noStrike">
                <a:latin typeface="Verdana"/>
              </a:rPr>
              <a:t>e</a:t>
            </a:r>
            <a:r>
              <a:rPr b="0" lang="en-IN" sz="2450" spc="-72" strike="noStrike">
                <a:latin typeface="Verdana"/>
              </a:rPr>
              <a:t>ss</a:t>
            </a:r>
            <a:r>
              <a:rPr b="0" lang="en-IN" sz="2450" spc="32" strike="noStrike">
                <a:latin typeface="Verdana"/>
              </a:rPr>
              <a:t>e</a:t>
            </a:r>
            <a:r>
              <a:rPr b="0" lang="en-IN" sz="2450" spc="148" strike="noStrike">
                <a:latin typeface="Verdana"/>
              </a:rPr>
              <a:t>d</a:t>
            </a:r>
            <a:r>
              <a:rPr b="0" lang="en-IN" sz="2450" spc="-216" strike="noStrike">
                <a:latin typeface="Verdana"/>
              </a:rPr>
              <a:t> </a:t>
            </a:r>
            <a:r>
              <a:rPr b="0" lang="en-IN" sz="2450" spc="148" strike="noStrike">
                <a:latin typeface="Verdana"/>
              </a:rPr>
              <a:t>b</a:t>
            </a:r>
            <a:r>
              <a:rPr b="0" lang="en-IN" sz="2450" spc="32" strike="noStrike">
                <a:latin typeface="Verdana"/>
              </a:rPr>
              <a:t>e</a:t>
            </a:r>
            <a:r>
              <a:rPr b="0" lang="en-IN" sz="2450" spc="-52" strike="noStrike">
                <a:latin typeface="Verdana"/>
              </a:rPr>
              <a:t>f</a:t>
            </a:r>
            <a:r>
              <a:rPr b="0" lang="en-IN" sz="2450" spc="58" strike="noStrike">
                <a:latin typeface="Verdana"/>
              </a:rPr>
              <a:t>o</a:t>
            </a:r>
            <a:r>
              <a:rPr b="0" lang="en-IN" sz="2450" spc="-92" strike="noStrike">
                <a:latin typeface="Verdana"/>
              </a:rPr>
              <a:t>r</a:t>
            </a:r>
            <a:r>
              <a:rPr b="0" lang="en-IN" sz="2450" spc="32" strike="noStrike">
                <a:latin typeface="Verdana"/>
              </a:rPr>
              <a:t>e</a:t>
            </a:r>
            <a:r>
              <a:rPr b="0" lang="en-IN" sz="2450" spc="-216" strike="noStrike">
                <a:latin typeface="Verdana"/>
              </a:rPr>
              <a:t> </a:t>
            </a:r>
            <a:r>
              <a:rPr b="0" lang="en-IN" sz="2450" spc="-12" strike="noStrike">
                <a:latin typeface="Verdana"/>
              </a:rPr>
              <a:t>i</a:t>
            </a:r>
            <a:r>
              <a:rPr b="0" lang="en-IN" sz="2450" spc="32" strike="noStrike">
                <a:latin typeface="Verdana"/>
              </a:rPr>
              <a:t>t</a:t>
            </a:r>
            <a:r>
              <a:rPr b="0" lang="en-IN" sz="2450" spc="-216" strike="noStrike">
                <a:latin typeface="Verdana"/>
              </a:rPr>
              <a:t> </a:t>
            </a:r>
            <a:r>
              <a:rPr b="0" lang="en-IN" sz="2450" spc="111" strike="noStrike">
                <a:latin typeface="Verdana"/>
              </a:rPr>
              <a:t>c</a:t>
            </a:r>
            <a:r>
              <a:rPr b="0" lang="en-IN" sz="2450" spc="-15" strike="noStrike">
                <a:latin typeface="Verdana"/>
              </a:rPr>
              <a:t>a</a:t>
            </a:r>
            <a:r>
              <a:rPr b="0" lang="en-IN" sz="2450" spc="123" strike="noStrike">
                <a:latin typeface="Verdana"/>
              </a:rPr>
              <a:t>n</a:t>
            </a:r>
            <a:r>
              <a:rPr b="0" lang="en-IN" sz="2450" spc="-216" strike="noStrike">
                <a:latin typeface="Verdana"/>
              </a:rPr>
              <a:t> </a:t>
            </a:r>
            <a:r>
              <a:rPr b="0" lang="en-IN" sz="2450" spc="148" strike="noStrike">
                <a:latin typeface="Verdana"/>
              </a:rPr>
              <a:t>b</a:t>
            </a:r>
            <a:r>
              <a:rPr b="0" lang="en-IN" sz="2450" spc="32" strike="noStrike">
                <a:latin typeface="Verdana"/>
              </a:rPr>
              <a:t>e</a:t>
            </a:r>
            <a:r>
              <a:rPr b="0" lang="en-IN" sz="2450" spc="-216" strike="noStrike">
                <a:latin typeface="Verdana"/>
              </a:rPr>
              <a:t> </a:t>
            </a:r>
            <a:r>
              <a:rPr b="0" lang="en-IN" sz="2450" spc="111" strike="noStrike">
                <a:latin typeface="Verdana"/>
              </a:rPr>
              <a:t>u</a:t>
            </a:r>
            <a:r>
              <a:rPr b="0" lang="en-IN" sz="2450" spc="-72" strike="noStrike">
                <a:latin typeface="Verdana"/>
              </a:rPr>
              <a:t>s</a:t>
            </a:r>
            <a:r>
              <a:rPr b="0" lang="en-IN" sz="2450" spc="32" strike="noStrike">
                <a:latin typeface="Verdana"/>
              </a:rPr>
              <a:t>e</a:t>
            </a:r>
            <a:r>
              <a:rPr b="0" lang="en-IN" sz="2450" spc="148" strike="noStrike">
                <a:latin typeface="Verdana"/>
              </a:rPr>
              <a:t>d</a:t>
            </a:r>
            <a:r>
              <a:rPr b="0" lang="en-IN" sz="2450" spc="-216" strike="noStrike">
                <a:latin typeface="Verdana"/>
              </a:rPr>
              <a:t> </a:t>
            </a:r>
            <a:r>
              <a:rPr b="0" lang="en-IN" sz="2450" spc="-52" strike="noStrike">
                <a:latin typeface="Verdana"/>
              </a:rPr>
              <a:t>f</a:t>
            </a:r>
            <a:r>
              <a:rPr b="0" lang="en-IN" sz="2450" spc="58" strike="noStrike">
                <a:latin typeface="Verdana"/>
              </a:rPr>
              <a:t>o</a:t>
            </a:r>
            <a:r>
              <a:rPr b="0" lang="en-IN" sz="2450" spc="-52" strike="noStrike">
                <a:latin typeface="Verdana"/>
              </a:rPr>
              <a:t>r  </a:t>
            </a:r>
            <a:r>
              <a:rPr b="0" lang="en-IN" sz="2450" spc="-60" strike="noStrike">
                <a:latin typeface="Verdana"/>
              </a:rPr>
              <a:t>analysis.</a:t>
            </a:r>
            <a:endParaRPr b="0" lang="en-IN" sz="245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3" name=""/>
          <p:cNvSpPr txBox="1"/>
          <p:nvPr/>
        </p:nvSpPr>
        <p:spPr>
          <a:xfrm>
            <a:off x="396000" y="180000"/>
            <a:ext cx="16920000" cy="10980000"/>
          </a:xfrm>
          <a:prstGeom prst="rect">
            <a:avLst/>
          </a:prstGeom>
          <a:noFill/>
          <a:ln w="0">
            <a:noFill/>
          </a:ln>
        </p:spPr>
        <p:txBody>
          <a:bodyPr lIns="90000" rIns="90000" tIns="45000" bIns="45000" anchor="t">
            <a:noAutofit/>
          </a:bodyPr>
          <a:p>
            <a:endParaRPr b="0" lang="en-IN" sz="2000" spc="-1" strike="noStrike">
              <a:latin typeface="Arial"/>
            </a:endParaRPr>
          </a:p>
          <a:p>
            <a:pPr algn="ctr">
              <a:buNone/>
            </a:pPr>
            <a:r>
              <a:rPr b="1" lang="en-IN" sz="7100" spc="83" strike="noStrike">
                <a:solidFill>
                  <a:srgbClr val="ffffff"/>
                </a:solidFill>
                <a:latin typeface="Cambria"/>
              </a:rPr>
              <a:t>DIABETES</a:t>
            </a:r>
            <a:r>
              <a:rPr b="0" lang="en-IN" sz="1800" spc="-1" strike="noStrike">
                <a:latin typeface="Arial"/>
              </a:rPr>
              <a:t> </a:t>
            </a:r>
            <a:endParaRPr b="0" lang="en-IN" sz="1800" spc="-1" strike="noStrike">
              <a:latin typeface="Arial"/>
            </a:endParaRPr>
          </a:p>
          <a:p>
            <a:endParaRPr b="0" lang="en-IN" sz="2000" spc="-1" strike="noStrike">
              <a:latin typeface="Arial"/>
            </a:endParaRPr>
          </a:p>
          <a:p>
            <a:endParaRPr b="0" lang="en-IN" sz="2000" spc="-1" strike="noStrike">
              <a:latin typeface="Arial"/>
            </a:endParaRPr>
          </a:p>
          <a:p>
            <a:r>
              <a:rPr b="1" lang="en-IN" sz="2000" spc="-1" strike="noStrike">
                <a:latin typeface="Arial"/>
              </a:rPr>
              <a:t>This dataset is originally from the “National Institute Of Diabetes And Digestive And Kidney Diseases”. The objective is to predict based on diagnostic measurements whether a patient has diabetes.</a:t>
            </a:r>
            <a:endParaRPr b="0" lang="en-IN" sz="2000" spc="-1" strike="noStrike">
              <a:latin typeface="Arial"/>
            </a:endParaRPr>
          </a:p>
          <a:p>
            <a:endParaRPr b="0" lang="en-IN" sz="1800" spc="-1" strike="noStrike">
              <a:latin typeface="Arial"/>
            </a:endParaRPr>
          </a:p>
          <a:p>
            <a:endParaRPr b="0" lang="en-IN" sz="1800" spc="-1" strike="noStrike">
              <a:latin typeface="Arial"/>
            </a:endParaRPr>
          </a:p>
          <a:p>
            <a:r>
              <a:rPr b="1" lang="en-IN" sz="1800" spc="-1" strike="noStrike">
                <a:latin typeface="Arial"/>
              </a:rPr>
              <a:t>Attributes of Dataset :-</a:t>
            </a:r>
            <a:endParaRPr b="0" lang="en-IN" sz="1800" spc="-1" strike="noStrike">
              <a:latin typeface="Arial"/>
            </a:endParaRPr>
          </a:p>
          <a:p>
            <a:endParaRPr b="0" lang="en-IN" sz="1800" spc="-1" strike="noStrike">
              <a:latin typeface="Arial"/>
            </a:endParaRPr>
          </a:p>
          <a:p>
            <a:r>
              <a:rPr b="0" lang="en-IN" sz="1800" spc="-1" strike="noStrike">
                <a:latin typeface="Arial"/>
              </a:rPr>
              <a:t>	</a:t>
            </a:r>
            <a:r>
              <a:rPr b="0" i="1" lang="en-IN" sz="1800" spc="-1" strike="noStrike">
                <a:latin typeface="Arial"/>
              </a:rPr>
              <a:t>1. Pregnancies: Number of times pregnant</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2. Glucose: Plasma glucose concentration a 2 hours in an oral glucose tolerance test</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3. BloodPressure: Diastolic blood pressure (mm Hg)</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4. SkinThickness: Triceps skin fold thickness (mm)</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5. Insulin: 2-Hour serum insulin (mu U/ml)</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6. BMI: Body mass index (weight in kg/(height in m)^2)</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7. DiabetesPedigreeFunction: Diabetes pedigree function</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8. Age: Age (years)</a:t>
            </a:r>
            <a:endParaRPr b="0" lang="en-IN" sz="1800" spc="-1" strike="noStrike">
              <a:latin typeface="Arial"/>
            </a:endParaRPr>
          </a:p>
          <a:p>
            <a:endParaRPr b="0" lang="en-IN" sz="1800" spc="-1" strike="noStrike">
              <a:latin typeface="Arial"/>
            </a:endParaRPr>
          </a:p>
          <a:p>
            <a:r>
              <a:rPr b="0" i="1" lang="en-IN" sz="1800" spc="-1" strike="noStrike">
                <a:latin typeface="Arial"/>
              </a:rPr>
              <a:t>	</a:t>
            </a:r>
            <a:r>
              <a:rPr b="0" i="1" lang="en-IN" sz="1800" spc="-1" strike="noStrike">
                <a:latin typeface="Arial"/>
              </a:rPr>
              <a:t>9. Outcome: Class variable (0 or 1)</a:t>
            </a:r>
            <a:endParaRPr b="0" lang="en-IN" sz="1800" spc="-1" strike="noStrike">
              <a:latin typeface="Arial"/>
            </a:endParaRPr>
          </a:p>
          <a:p>
            <a:endParaRPr b="0" lang="en-IN" sz="1800" spc="-1" strike="noStrike">
              <a:latin typeface="Arial"/>
            </a:endParaRPr>
          </a:p>
          <a:p>
            <a:pPr algn="just">
              <a:buNone/>
            </a:pPr>
            <a:r>
              <a:rPr b="0" i="1" lang="en-IN" sz="2000" spc="-1" strike="noStrike">
                <a:latin typeface="Arial"/>
              </a:rPr>
              <a:t> </a:t>
            </a:r>
            <a:endParaRPr b="0" lang="en-IN" sz="2000" spc="-1" strike="noStrike">
              <a:latin typeface="Arial"/>
            </a:endParaRPr>
          </a:p>
          <a:p>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4" name=""/>
          <p:cNvSpPr txBox="1"/>
          <p:nvPr/>
        </p:nvSpPr>
        <p:spPr>
          <a:xfrm>
            <a:off x="180000" y="180000"/>
            <a:ext cx="16920000" cy="10980000"/>
          </a:xfrm>
          <a:prstGeom prst="rect">
            <a:avLst/>
          </a:prstGeom>
          <a:noFill/>
          <a:ln w="0">
            <a:noFill/>
          </a:ln>
        </p:spPr>
        <p:txBody>
          <a:bodyPr lIns="90000" rIns="90000" tIns="45000" bIns="45000" anchor="t">
            <a:noAutofit/>
          </a:bodyPr>
          <a:p>
            <a:endParaRPr b="0" lang="en-IN" sz="2000" spc="-1" strike="noStrike">
              <a:latin typeface="Arial"/>
            </a:endParaRPr>
          </a:p>
          <a:p>
            <a:pPr algn="just">
              <a:buNone/>
            </a:pPr>
            <a:r>
              <a:rPr b="1" i="1" lang="en-IN" sz="2000" spc="-1" strike="noStrike">
                <a:latin typeface="Arial"/>
              </a:rPr>
              <a:t>Dataset have Total 768 records</a:t>
            </a:r>
            <a:r>
              <a:rPr b="0" i="1" lang="en-IN" sz="2000" spc="-1" strike="noStrike">
                <a:latin typeface="Arial"/>
              </a:rPr>
              <a:t> </a:t>
            </a:r>
            <a:endParaRPr b="0" lang="en-IN" sz="2000" spc="-1" strike="noStrike">
              <a:latin typeface="Arial"/>
            </a:endParaRPr>
          </a:p>
          <a:p>
            <a:endParaRPr b="0" lang="en-IN" sz="1800" spc="-1" strike="noStrike">
              <a:latin typeface="Arial"/>
            </a:endParaRPr>
          </a:p>
        </p:txBody>
      </p:sp>
      <p:pic>
        <p:nvPicPr>
          <p:cNvPr id="105" name="" descr=""/>
          <p:cNvPicPr/>
          <p:nvPr/>
        </p:nvPicPr>
        <p:blipFill>
          <a:blip r:embed="rId1"/>
          <a:stretch/>
        </p:blipFill>
        <p:spPr>
          <a:xfrm>
            <a:off x="720000" y="2169720"/>
            <a:ext cx="17296200" cy="43102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6" name=""/>
          <p:cNvSpPr txBox="1"/>
          <p:nvPr/>
        </p:nvSpPr>
        <p:spPr>
          <a:xfrm>
            <a:off x="360000" y="540000"/>
            <a:ext cx="17820000" cy="9360000"/>
          </a:xfrm>
          <a:prstGeom prst="rect">
            <a:avLst/>
          </a:prstGeom>
          <a:noFill/>
          <a:ln w="0">
            <a:noFill/>
          </a:ln>
        </p:spPr>
        <p:txBody>
          <a:bodyPr lIns="90000" rIns="90000" tIns="45000" bIns="45000" anchor="t">
            <a:noAutofit/>
          </a:bodyPr>
          <a:p>
            <a:pPr algn="ctr">
              <a:lnSpc>
                <a:spcPct val="100000"/>
              </a:lnSpc>
              <a:buNone/>
            </a:pPr>
            <a:r>
              <a:rPr b="1" lang="en-IN" sz="7100" spc="123" strike="noStrike">
                <a:solidFill>
                  <a:srgbClr val="ffffff"/>
                </a:solidFill>
                <a:latin typeface="Cambria"/>
                <a:ea typeface="Noto Sans CJK SC"/>
              </a:rPr>
              <a:t>Heart</a:t>
            </a:r>
            <a:r>
              <a:rPr b="0" lang="en-IN" sz="1800" spc="-1" strike="noStrike">
                <a:latin typeface="Arial"/>
                <a:ea typeface="Noto Sans CJK SC"/>
              </a:rPr>
              <a:t>	</a:t>
            </a:r>
            <a:r>
              <a:rPr b="1" lang="en-IN" sz="7100" spc="123" strike="noStrike">
                <a:solidFill>
                  <a:srgbClr val="ffffff"/>
                </a:solidFill>
                <a:latin typeface="Cambria"/>
                <a:ea typeface="Noto Sans CJK SC"/>
              </a:rPr>
              <a:t>Diseases</a:t>
            </a:r>
            <a:endParaRPr b="0" lang="en-IN" sz="7100" spc="-1" strike="noStrike">
              <a:latin typeface="Arial"/>
            </a:endParaRPr>
          </a:p>
          <a:p>
            <a:endParaRPr b="0" lang="en-IN" sz="1800" spc="-1" strike="noStrike">
              <a:latin typeface="Arial"/>
            </a:endParaRPr>
          </a:p>
          <a:p>
            <a:endParaRPr b="0" lang="en-IN" sz="1800" spc="-1" strike="noStrike">
              <a:latin typeface="Arial"/>
            </a:endParaRPr>
          </a:p>
          <a:p>
            <a:r>
              <a:rPr b="0" lang="en-IN" sz="1800" spc="-1" strike="noStrike">
                <a:latin typeface="Arial"/>
              </a:rPr>
              <a:t>This is a multivariate type of dataset which means providing or involving a variety of separate mathematical or statistical variables, multivariate numerical data analysis. It is composed of 14 attributes which are age, sex, chest pain type, resting blood pressure, serum cholesterol, fasting blood sugar, resting electrocardiographic results, maximum heart rate achieved, exercise-induced angina, oldpeak — ST depression induced by exercise relative to rest, the slope of the peak exercise ST segment, number of major vessels and Thalassemia. This database includes 76 attributes, but all published studies relate to the use of a subset of 14 of them. The Cleveland database is the only one used by ML researchers to date. One of the major tasks on this dataset is to predict based on the given attributes of a patient that whether that particular person has heart disease or not and other is the experimental task to diagnose and find out various insights from this dataset which could help in understanding the problem more.</a:t>
            </a:r>
            <a:endParaRPr b="0" lang="en-IN" sz="1800" spc="-1" strike="noStrike">
              <a:latin typeface="Arial"/>
            </a:endParaRPr>
          </a:p>
          <a:p>
            <a:endParaRPr b="0" lang="en-IN" sz="1800" spc="-1" strike="noStrike">
              <a:latin typeface="Arial"/>
            </a:endParaRPr>
          </a:p>
          <a:p>
            <a:r>
              <a:rPr b="0" lang="en-IN" sz="1800" spc="-1" strike="noStrike">
                <a:latin typeface="Arial"/>
              </a:rPr>
              <a:t>Attributes of Dataset :</a:t>
            </a:r>
            <a:endParaRPr b="0" lang="en-IN" sz="1800" spc="-1" strike="noStrike">
              <a:latin typeface="Arial"/>
            </a:endParaRPr>
          </a:p>
          <a:p>
            <a:r>
              <a:rPr b="0" lang="en-IN" sz="1800" spc="-1" strike="noStrike">
                <a:latin typeface="Arial"/>
              </a:rPr>
              <a:t>	</a:t>
            </a:r>
            <a:r>
              <a:rPr b="0" lang="en-IN" sz="1800" spc="-1" strike="noStrike">
                <a:latin typeface="Arial"/>
              </a:rPr>
              <a:t>1. id (Unique id for each patient)</a:t>
            </a:r>
            <a:endParaRPr b="0" lang="en-IN" sz="1800" spc="-1" strike="noStrike">
              <a:latin typeface="Arial"/>
            </a:endParaRPr>
          </a:p>
          <a:p>
            <a:r>
              <a:rPr b="0" lang="en-IN" sz="1800" spc="-1" strike="noStrike">
                <a:latin typeface="Arial"/>
              </a:rPr>
              <a:t>	</a:t>
            </a:r>
            <a:r>
              <a:rPr b="0" lang="en-IN" sz="1800" spc="-1" strike="noStrike">
                <a:latin typeface="Arial"/>
              </a:rPr>
              <a:t>2. age (Age of the patient in years)</a:t>
            </a:r>
            <a:endParaRPr b="0" lang="en-IN" sz="1800" spc="-1" strike="noStrike">
              <a:latin typeface="Arial"/>
            </a:endParaRPr>
          </a:p>
          <a:p>
            <a:r>
              <a:rPr b="0" lang="en-IN" sz="1800" spc="-1" strike="noStrike">
                <a:latin typeface="Arial"/>
              </a:rPr>
              <a:t>	</a:t>
            </a:r>
            <a:r>
              <a:rPr b="0" lang="en-IN" sz="1800" spc="-1" strike="noStrike">
                <a:latin typeface="Arial"/>
              </a:rPr>
              <a:t>3. origin (place of study)</a:t>
            </a:r>
            <a:endParaRPr b="0" lang="en-IN" sz="1800" spc="-1" strike="noStrike">
              <a:latin typeface="Arial"/>
            </a:endParaRPr>
          </a:p>
          <a:p>
            <a:r>
              <a:rPr b="0" lang="en-IN" sz="1800" spc="-1" strike="noStrike">
                <a:latin typeface="Arial"/>
              </a:rPr>
              <a:t>	</a:t>
            </a:r>
            <a:r>
              <a:rPr b="0" lang="en-IN" sz="1800" spc="-1" strike="noStrike">
                <a:latin typeface="Arial"/>
              </a:rPr>
              <a:t>4. sex (Male/Female)</a:t>
            </a:r>
            <a:endParaRPr b="0" lang="en-IN" sz="1800" spc="-1" strike="noStrike">
              <a:latin typeface="Arial"/>
            </a:endParaRPr>
          </a:p>
          <a:p>
            <a:r>
              <a:rPr b="0" lang="en-IN" sz="1800" spc="-1" strike="noStrike">
                <a:latin typeface="Arial"/>
              </a:rPr>
              <a:t>	</a:t>
            </a:r>
            <a:r>
              <a:rPr b="0" lang="en-IN" sz="1800" spc="-1" strike="noStrike">
                <a:latin typeface="Arial"/>
              </a:rPr>
              <a:t>5. cp chest pain type ([typical angina, atypical angina, non-anginal, asymptomatic])</a:t>
            </a:r>
            <a:endParaRPr b="0" lang="en-IN" sz="1800" spc="-1" strike="noStrike">
              <a:latin typeface="Arial"/>
            </a:endParaRPr>
          </a:p>
          <a:p>
            <a:r>
              <a:rPr b="0" lang="en-IN" sz="1800" spc="-1" strike="noStrike">
                <a:latin typeface="Arial"/>
              </a:rPr>
              <a:t>	</a:t>
            </a:r>
            <a:r>
              <a:rPr b="0" lang="en-IN" sz="1800" spc="-1" strike="noStrike">
                <a:latin typeface="Arial"/>
              </a:rPr>
              <a:t>6. trestbps resting blood pressure (resting blood pressure (in mm Hg on admission to the hospital))</a:t>
            </a:r>
            <a:endParaRPr b="0" lang="en-IN" sz="1800" spc="-1" strike="noStrike">
              <a:latin typeface="Arial"/>
            </a:endParaRPr>
          </a:p>
          <a:p>
            <a:r>
              <a:rPr b="0" lang="en-IN" sz="1800" spc="-1" strike="noStrike">
                <a:latin typeface="Arial"/>
              </a:rPr>
              <a:t>	</a:t>
            </a:r>
            <a:r>
              <a:rPr b="0" lang="en-IN" sz="1800" spc="-1" strike="noStrike">
                <a:latin typeface="Arial"/>
              </a:rPr>
              <a:t>7. chol (serum cholesterol in mg/dl)</a:t>
            </a:r>
            <a:endParaRPr b="0" lang="en-IN" sz="1800" spc="-1" strike="noStrike">
              <a:latin typeface="Arial"/>
            </a:endParaRPr>
          </a:p>
          <a:p>
            <a:r>
              <a:rPr b="0" lang="en-IN" sz="1800" spc="-1" strike="noStrike">
                <a:latin typeface="Arial"/>
              </a:rPr>
              <a:t>	</a:t>
            </a:r>
            <a:r>
              <a:rPr b="0" lang="en-IN" sz="1800" spc="-1" strike="noStrike">
                <a:latin typeface="Arial"/>
              </a:rPr>
              <a:t>8. fbs (if fasting blood sugar &gt; 120 mg/dl)</a:t>
            </a:r>
            <a:endParaRPr b="0" lang="en-IN" sz="1800" spc="-1" strike="noStrike">
              <a:latin typeface="Arial"/>
            </a:endParaRPr>
          </a:p>
          <a:p>
            <a:r>
              <a:rPr b="0" lang="en-IN" sz="1800" spc="-1" strike="noStrike">
                <a:latin typeface="Arial"/>
              </a:rPr>
              <a:t>	</a:t>
            </a:r>
            <a:r>
              <a:rPr b="0" lang="en-IN" sz="1800" spc="-1" strike="noStrike">
                <a:latin typeface="Arial"/>
              </a:rPr>
              <a:t>9. restecg (resting electrocardiographic results) -- Values: [normal, stt abnormality, lv hypertrophy]</a:t>
            </a:r>
            <a:endParaRPr b="0" lang="en-IN" sz="1800" spc="-1" strike="noStrike">
              <a:latin typeface="Arial"/>
            </a:endParaRPr>
          </a:p>
          <a:p>
            <a:r>
              <a:rPr b="0" lang="en-IN" sz="1800" spc="-1" strike="noStrike">
                <a:latin typeface="Arial"/>
              </a:rPr>
              <a:t>	</a:t>
            </a:r>
            <a:r>
              <a:rPr b="0" lang="en-IN" sz="1800" spc="-1" strike="noStrike">
                <a:latin typeface="Arial"/>
              </a:rPr>
              <a:t>10. thalach: maximum heart rate achieved</a:t>
            </a:r>
            <a:endParaRPr b="0" lang="en-IN" sz="1800" spc="-1" strike="noStrike">
              <a:latin typeface="Arial"/>
            </a:endParaRPr>
          </a:p>
          <a:p>
            <a:r>
              <a:rPr b="0" lang="en-IN" sz="1800" spc="-1" strike="noStrike">
                <a:latin typeface="Arial"/>
              </a:rPr>
              <a:t>	</a:t>
            </a:r>
            <a:r>
              <a:rPr b="0" lang="en-IN" sz="1800" spc="-1" strike="noStrike">
                <a:latin typeface="Arial"/>
              </a:rPr>
              <a:t>11. exang: exercise-induced angina (True/ False)</a:t>
            </a:r>
            <a:endParaRPr b="0" lang="en-IN" sz="1800" spc="-1" strike="noStrike">
              <a:latin typeface="Arial"/>
            </a:endParaRPr>
          </a:p>
          <a:p>
            <a:r>
              <a:rPr b="0" lang="en-IN" sz="1800" spc="-1" strike="noStrike">
                <a:latin typeface="Arial"/>
              </a:rPr>
              <a:t>	</a:t>
            </a:r>
            <a:r>
              <a:rPr b="0" lang="en-IN" sz="1800" spc="-1" strike="noStrike">
                <a:latin typeface="Arial"/>
              </a:rPr>
              <a:t>12. oldpeak: ST depression induced by exercise relative to rest</a:t>
            </a:r>
            <a:endParaRPr b="0" lang="en-IN" sz="1800" spc="-1" strike="noStrike">
              <a:latin typeface="Arial"/>
            </a:endParaRPr>
          </a:p>
          <a:p>
            <a:r>
              <a:rPr b="0" lang="en-IN" sz="1800" spc="-1" strike="noStrike">
                <a:latin typeface="Arial"/>
              </a:rPr>
              <a:t>	</a:t>
            </a:r>
            <a:r>
              <a:rPr b="0" lang="en-IN" sz="1800" spc="-1" strike="noStrike">
                <a:latin typeface="Arial"/>
              </a:rPr>
              <a:t>13. slope: the slope of the peak exercise ST segment</a:t>
            </a:r>
            <a:endParaRPr b="0" lang="en-IN" sz="1800" spc="-1" strike="noStrike">
              <a:latin typeface="Arial"/>
            </a:endParaRPr>
          </a:p>
          <a:p>
            <a:r>
              <a:rPr b="0" lang="en-IN" sz="1800" spc="-1" strike="noStrike">
                <a:latin typeface="Arial"/>
              </a:rPr>
              <a:t>	</a:t>
            </a:r>
            <a:r>
              <a:rPr b="0" lang="en-IN" sz="1800" spc="-1" strike="noStrike">
                <a:latin typeface="Arial"/>
              </a:rPr>
              <a:t>14. ca: number of major vessels (0-3) colored by fluoroscopy</a:t>
            </a:r>
            <a:endParaRPr b="0" lang="en-IN" sz="1800" spc="-1" strike="noStrike">
              <a:latin typeface="Arial"/>
            </a:endParaRPr>
          </a:p>
          <a:p>
            <a:r>
              <a:rPr b="0" lang="en-IN" sz="1800" spc="-1" strike="noStrike">
                <a:latin typeface="Arial"/>
              </a:rPr>
              <a:t>	</a:t>
            </a:r>
            <a:r>
              <a:rPr b="0" lang="en-IN" sz="1800" spc="-1" strike="noStrike">
                <a:latin typeface="Arial"/>
              </a:rPr>
              <a:t>15. thal: [normal; fixed defect; reversible defect]</a:t>
            </a:r>
            <a:endParaRPr b="0" lang="en-IN" sz="1800" spc="-1" strike="noStrike">
              <a:latin typeface="Arial"/>
            </a:endParaRPr>
          </a:p>
          <a:p>
            <a:r>
              <a:rPr b="0" lang="en-IN" sz="1800" spc="-1" strike="noStrike">
                <a:latin typeface="Arial"/>
              </a:rPr>
              <a:t>	</a:t>
            </a:r>
            <a:r>
              <a:rPr b="0" lang="en-IN" sz="1800" spc="-1" strike="noStrike">
                <a:latin typeface="Arial"/>
              </a:rPr>
              <a:t>16. num: the predicted attribute</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7" name=""/>
          <p:cNvSpPr txBox="1"/>
          <p:nvPr/>
        </p:nvSpPr>
        <p:spPr>
          <a:xfrm>
            <a:off x="900000" y="540000"/>
            <a:ext cx="3780000" cy="602280"/>
          </a:xfrm>
          <a:prstGeom prst="rect">
            <a:avLst/>
          </a:prstGeom>
          <a:noFill/>
          <a:ln w="0">
            <a:noFill/>
          </a:ln>
        </p:spPr>
        <p:txBody>
          <a:bodyPr lIns="90000" rIns="90000" tIns="45000" bIns="45000" anchor="t">
            <a:noAutofit/>
          </a:bodyPr>
          <a:p>
            <a:pPr algn="just">
              <a:buNone/>
            </a:pPr>
            <a:r>
              <a:rPr b="0" lang="en-IN" sz="2200" spc="-1" strike="noStrike">
                <a:latin typeface="Arial"/>
              </a:rPr>
              <a:t>Dataset has 920 Records</a:t>
            </a:r>
            <a:endParaRPr b="0" lang="en-IN" sz="2200" spc="-1" strike="noStrike">
              <a:latin typeface="Arial"/>
            </a:endParaRPr>
          </a:p>
        </p:txBody>
      </p:sp>
      <p:pic>
        <p:nvPicPr>
          <p:cNvPr id="108" name="" descr=""/>
          <p:cNvPicPr/>
          <p:nvPr/>
        </p:nvPicPr>
        <p:blipFill>
          <a:blip r:embed="rId1"/>
          <a:stretch/>
        </p:blipFill>
        <p:spPr>
          <a:xfrm>
            <a:off x="1056240" y="1620000"/>
            <a:ext cx="15323760" cy="46465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1472400" y="1620000"/>
            <a:ext cx="6206040" cy="1733760"/>
          </a:xfrm>
          <a:prstGeom prst="rect">
            <a:avLst/>
          </a:prstGeom>
          <a:noFill/>
          <a:ln w="0">
            <a:noFill/>
          </a:ln>
        </p:spPr>
        <p:txBody>
          <a:bodyPr lIns="0" rIns="0" tIns="15840" bIns="0" anchor="t">
            <a:noAutofit/>
          </a:bodyPr>
          <a:p>
            <a:pPr marL="12600">
              <a:lnSpc>
                <a:spcPct val="100000"/>
              </a:lnSpc>
              <a:spcBef>
                <a:spcPts val="125"/>
              </a:spcBef>
              <a:buNone/>
            </a:pPr>
            <a:r>
              <a:rPr b="1" lang="en-IN" sz="5150" spc="-41" strike="noStrike">
                <a:solidFill>
                  <a:srgbClr val="000000"/>
                </a:solidFill>
                <a:latin typeface="Cambria"/>
              </a:rPr>
              <a:t>Feature</a:t>
            </a:r>
            <a:r>
              <a:rPr b="1" lang="en-IN" sz="5150" spc="12" strike="noStrike">
                <a:solidFill>
                  <a:srgbClr val="000000"/>
                </a:solidFill>
                <a:latin typeface="Cambria"/>
              </a:rPr>
              <a:t> </a:t>
            </a:r>
            <a:r>
              <a:rPr b="1" lang="en-IN" sz="5150" spc="49" strike="noStrike">
                <a:solidFill>
                  <a:srgbClr val="000000"/>
                </a:solidFill>
                <a:latin typeface="Cambria"/>
              </a:rPr>
              <a:t>Engineering</a:t>
            </a:r>
            <a:endParaRPr b="0" lang="en-IN" sz="5150" spc="-1" strike="noStrike">
              <a:latin typeface="Calibri"/>
            </a:endParaRPr>
          </a:p>
        </p:txBody>
      </p:sp>
      <p:sp>
        <p:nvSpPr>
          <p:cNvPr id="110" name="object 3"/>
          <p:cNvSpPr/>
          <p:nvPr/>
        </p:nvSpPr>
        <p:spPr>
          <a:xfrm>
            <a:off x="1462680" y="2884680"/>
            <a:ext cx="6215760" cy="4408200"/>
          </a:xfrm>
          <a:prstGeom prst="rect">
            <a:avLst/>
          </a:prstGeom>
          <a:noFill/>
          <a:ln w="0">
            <a:noFill/>
          </a:ln>
        </p:spPr>
        <p:style>
          <a:lnRef idx="0"/>
          <a:fillRef idx="0"/>
          <a:effectRef idx="0"/>
          <a:fontRef idx="minor"/>
        </p:style>
        <p:txBody>
          <a:bodyPr lIns="0" rIns="0" tIns="9360" bIns="0" anchor="t">
            <a:spAutoFit/>
          </a:bodyPr>
          <a:p>
            <a:pPr marL="12600" indent="353160" algn="r">
              <a:lnSpc>
                <a:spcPct val="118000"/>
              </a:lnSpc>
              <a:spcBef>
                <a:spcPts val="74"/>
              </a:spcBef>
              <a:buNone/>
              <a:tabLst>
                <a:tab algn="l" pos="0"/>
              </a:tabLst>
            </a:pPr>
            <a:r>
              <a:rPr b="0" lang="en-IN" sz="2450" spc="109" strike="noStrike">
                <a:latin typeface="Verdana"/>
              </a:rPr>
              <a:t>F</a:t>
            </a:r>
            <a:r>
              <a:rPr b="0" lang="en-IN" sz="2450" spc="-7" strike="noStrike">
                <a:latin typeface="Verdana"/>
              </a:rPr>
              <a:t>e</a:t>
            </a:r>
            <a:r>
              <a:rPr b="0" lang="en-IN" sz="2450" spc="-15" strike="noStrike">
                <a:latin typeface="Verdana"/>
              </a:rPr>
              <a:t>a</a:t>
            </a:r>
            <a:r>
              <a:rPr b="0" lang="en-IN" sz="2450" spc="32" strike="noStrike">
                <a:latin typeface="Verdana"/>
              </a:rPr>
              <a:t>tu</a:t>
            </a:r>
            <a:r>
              <a:rPr b="0" lang="en-IN" sz="2450" spc="-12" strike="noStrike">
                <a:latin typeface="Verdana"/>
              </a:rPr>
              <a:t>r</a:t>
            </a:r>
            <a:r>
              <a:rPr b="0" lang="en-IN" sz="2450" spc="32" strike="noStrike">
                <a:latin typeface="Verdana"/>
              </a:rPr>
              <a:t>e</a:t>
            </a:r>
            <a:r>
              <a:rPr b="0" lang="en-IN" sz="2450" spc="-216" strike="noStrike">
                <a:latin typeface="Verdana"/>
              </a:rPr>
              <a:t> </a:t>
            </a:r>
            <a:r>
              <a:rPr b="0" lang="en-IN" sz="2450" spc="32" strike="noStrike">
                <a:latin typeface="Verdana"/>
              </a:rPr>
              <a:t>e</a:t>
            </a:r>
            <a:r>
              <a:rPr b="0" lang="en-IN" sz="2450" spc="123" strike="noStrike">
                <a:latin typeface="Verdana"/>
              </a:rPr>
              <a:t>n</a:t>
            </a:r>
            <a:r>
              <a:rPr b="0" lang="en-IN" sz="2450" spc="94" strike="noStrike">
                <a:latin typeface="Verdana"/>
              </a:rPr>
              <a:t>gin</a:t>
            </a:r>
            <a:r>
              <a:rPr b="0" lang="en-IN" sz="2450" spc="32" strike="noStrike">
                <a:latin typeface="Verdana"/>
              </a:rPr>
              <a:t>ee</a:t>
            </a:r>
            <a:r>
              <a:rPr b="0" lang="en-IN" sz="2450" spc="-75" strike="noStrike">
                <a:latin typeface="Verdana"/>
              </a:rPr>
              <a:t>r</a:t>
            </a:r>
            <a:r>
              <a:rPr b="0" lang="en-IN" sz="2450" spc="-12" strike="noStrike">
                <a:latin typeface="Verdana"/>
              </a:rPr>
              <a:t>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12" strike="noStrike">
                <a:latin typeface="Verdana"/>
              </a:rPr>
              <a:t>i</a:t>
            </a:r>
            <a:r>
              <a:rPr b="0" lang="en-IN" sz="2450" spc="-72" strike="noStrike">
                <a:latin typeface="Verdana"/>
              </a:rPr>
              <a:t>s</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148" strike="noStrike">
                <a:latin typeface="Verdana"/>
              </a:rPr>
              <a:t>p</a:t>
            </a:r>
            <a:r>
              <a:rPr b="0" lang="en-IN" sz="2450" spc="-92" strike="noStrike">
                <a:latin typeface="Verdana"/>
              </a:rPr>
              <a:t>r</a:t>
            </a:r>
            <a:r>
              <a:rPr b="0" lang="en-IN" sz="2450" spc="58" strike="noStrike">
                <a:latin typeface="Verdana"/>
              </a:rPr>
              <a:t>o</a:t>
            </a:r>
            <a:r>
              <a:rPr b="0" lang="en-IN" sz="2450" spc="89" strike="noStrike">
                <a:latin typeface="Verdana"/>
              </a:rPr>
              <a:t>c</a:t>
            </a:r>
            <a:r>
              <a:rPr b="0" lang="en-IN" sz="2450" spc="32" strike="noStrike">
                <a:latin typeface="Verdana"/>
              </a:rPr>
              <a:t>e</a:t>
            </a:r>
            <a:r>
              <a:rPr b="0" lang="en-IN" sz="2450" spc="-72" strike="noStrike">
                <a:latin typeface="Verdana"/>
              </a:rPr>
              <a:t>ss</a:t>
            </a:r>
            <a:r>
              <a:rPr b="0" lang="en-IN" sz="2450" spc="-216" strike="noStrike">
                <a:latin typeface="Verdana"/>
              </a:rPr>
              <a:t> </a:t>
            </a:r>
            <a:r>
              <a:rPr b="0" lang="en-IN" sz="2450" spc="58" strike="noStrike">
                <a:latin typeface="Verdana"/>
              </a:rPr>
              <a:t>o</a:t>
            </a:r>
            <a:r>
              <a:rPr b="0" lang="en-IN" sz="2450" spc="-26" strike="noStrike">
                <a:latin typeface="Verdana"/>
              </a:rPr>
              <a:t>f  </a:t>
            </a:r>
            <a:r>
              <a:rPr b="0" lang="en-IN" sz="2450" spc="-72" strike="noStrike">
                <a:latin typeface="Verdana"/>
              </a:rPr>
              <a:t>s</a:t>
            </a:r>
            <a:r>
              <a:rPr b="0" lang="en-IN" sz="2450" spc="32" strike="noStrike">
                <a:latin typeface="Verdana"/>
              </a:rPr>
              <a:t>e</a:t>
            </a:r>
            <a:r>
              <a:rPr b="0" lang="en-IN" sz="2450" spc="-12" strike="noStrike">
                <a:latin typeface="Verdana"/>
              </a:rPr>
              <a:t>l</a:t>
            </a:r>
            <a:r>
              <a:rPr b="0" lang="en-IN" sz="2450" spc="32" strike="noStrike">
                <a:latin typeface="Verdana"/>
              </a:rPr>
              <a:t>e</a:t>
            </a:r>
            <a:r>
              <a:rPr b="0" lang="en-IN" sz="2450" spc="123" strike="noStrike">
                <a:latin typeface="Verdana"/>
              </a:rPr>
              <a:t>c</a:t>
            </a:r>
            <a:r>
              <a:rPr b="0" lang="en-IN" sz="2450" spc="32" strike="noStrike">
                <a:latin typeface="Verdana"/>
              </a:rPr>
              <a:t>t</a:t>
            </a:r>
            <a:r>
              <a:rPr b="0" lang="en-IN" sz="2450" spc="-12" strike="noStrike">
                <a:latin typeface="Verdana"/>
              </a:rPr>
              <a:t>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32" strike="noStrike">
                <a:latin typeface="Verdana"/>
              </a:rPr>
              <a:t>t</a:t>
            </a:r>
            <a:r>
              <a:rPr b="0" lang="en-IN" sz="2450" spc="-80" strike="noStrike">
                <a:latin typeface="Verdana"/>
              </a:rPr>
              <a:t>r</a:t>
            </a:r>
            <a:r>
              <a:rPr b="0" lang="en-IN" sz="2450" spc="-15" strike="noStrike">
                <a:latin typeface="Verdana"/>
              </a:rPr>
              <a:t>a</a:t>
            </a:r>
            <a:r>
              <a:rPr b="0" lang="en-IN" sz="2450" spc="123" strike="noStrike">
                <a:latin typeface="Verdana"/>
              </a:rPr>
              <a:t>n</a:t>
            </a:r>
            <a:r>
              <a:rPr b="0" lang="en-IN" sz="2450" spc="-72" strike="noStrike">
                <a:latin typeface="Verdana"/>
              </a:rPr>
              <a:t>s</a:t>
            </a:r>
            <a:r>
              <a:rPr b="0" lang="en-IN" sz="2450" spc="-52" strike="noStrike">
                <a:latin typeface="Verdana"/>
              </a:rPr>
              <a:t>f</a:t>
            </a:r>
            <a:r>
              <a:rPr b="0" lang="en-IN" sz="2450" spc="58" strike="noStrike">
                <a:latin typeface="Verdana"/>
              </a:rPr>
              <a:t>o</a:t>
            </a:r>
            <a:r>
              <a:rPr b="0" lang="en-IN" sz="2450" spc="-75" strike="noStrike">
                <a:latin typeface="Verdana"/>
              </a:rPr>
              <a:t>r</a:t>
            </a:r>
            <a:r>
              <a:rPr b="0" lang="en-IN" sz="2450" spc="111" strike="noStrike">
                <a:latin typeface="Verdana"/>
              </a:rPr>
              <a:t>mi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92" strike="noStrike">
                <a:latin typeface="Verdana"/>
              </a:rPr>
              <a:t>r</a:t>
            </a:r>
            <a:r>
              <a:rPr b="0" lang="en-IN" sz="2450" spc="32" strike="noStrike">
                <a:latin typeface="Verdana"/>
              </a:rPr>
              <a:t>e</a:t>
            </a:r>
            <a:r>
              <a:rPr b="0" lang="en-IN" sz="2450" spc="-12" strike="noStrike">
                <a:latin typeface="Verdana"/>
              </a:rPr>
              <a:t>l</a:t>
            </a:r>
            <a:r>
              <a:rPr b="0" lang="en-IN" sz="2450" spc="9" strike="noStrike">
                <a:latin typeface="Verdana"/>
              </a:rPr>
              <a:t>e</a:t>
            </a:r>
            <a:r>
              <a:rPr b="0" lang="en-IN" sz="2450" spc="-151" strike="noStrike">
                <a:latin typeface="Verdana"/>
              </a:rPr>
              <a:t>v</a:t>
            </a:r>
            <a:r>
              <a:rPr b="0" lang="en-IN" sz="2450" spc="-15" strike="noStrike">
                <a:latin typeface="Verdana"/>
              </a:rPr>
              <a:t>a</a:t>
            </a:r>
            <a:r>
              <a:rPr b="0" lang="en-IN" sz="2450" spc="123" strike="noStrike">
                <a:latin typeface="Verdana"/>
              </a:rPr>
              <a:t>n</a:t>
            </a:r>
            <a:r>
              <a:rPr b="0" lang="en-IN" sz="2450" spc="32" strike="noStrike">
                <a:latin typeface="Verdana"/>
              </a:rPr>
              <a:t>t  </a:t>
            </a:r>
            <a:r>
              <a:rPr b="0" lang="en-IN" sz="2450" spc="-151" strike="noStrike">
                <a:latin typeface="Verdana"/>
              </a:rPr>
              <a:t>v</a:t>
            </a:r>
            <a:r>
              <a:rPr b="0" lang="en-IN" sz="2450" spc="-15" strike="noStrike">
                <a:latin typeface="Verdana"/>
              </a:rPr>
              <a:t>a</a:t>
            </a:r>
            <a:r>
              <a:rPr b="0" lang="en-IN" sz="2450" spc="-75" strike="noStrike">
                <a:latin typeface="Verdana"/>
              </a:rPr>
              <a:t>r</a:t>
            </a:r>
            <a:r>
              <a:rPr b="0" lang="en-IN" sz="2450" spc="-12" strike="noStrike">
                <a:latin typeface="Verdana"/>
              </a:rPr>
              <a:t>i</a:t>
            </a:r>
            <a:r>
              <a:rPr b="0" lang="en-IN" sz="2450" spc="-15" strike="noStrike">
                <a:latin typeface="Verdana"/>
              </a:rPr>
              <a:t>a</a:t>
            </a:r>
            <a:r>
              <a:rPr b="0" lang="en-IN" sz="2450" spc="148" strike="noStrike">
                <a:latin typeface="Verdana"/>
              </a:rPr>
              <a:t>b</a:t>
            </a:r>
            <a:r>
              <a:rPr b="0" lang="en-IN" sz="2450" spc="-12" strike="noStrike">
                <a:latin typeface="Verdana"/>
              </a:rPr>
              <a:t>l</a:t>
            </a:r>
            <a:r>
              <a:rPr b="0" lang="en-IN" sz="2450" spc="32" strike="noStrike">
                <a:latin typeface="Verdana"/>
              </a:rPr>
              <a:t>e</a:t>
            </a:r>
            <a:r>
              <a:rPr b="0" lang="en-IN" sz="2450" spc="-72" strike="noStrike">
                <a:latin typeface="Verdana"/>
              </a:rPr>
              <a:t>s</a:t>
            </a:r>
            <a:r>
              <a:rPr b="0" lang="en-IN" sz="2450" spc="-216" strike="noStrike">
                <a:latin typeface="Verdana"/>
              </a:rPr>
              <a:t> </a:t>
            </a:r>
            <a:r>
              <a:rPr b="0" lang="en-IN" sz="2450" spc="168" strike="noStrike">
                <a:latin typeface="Verdana"/>
              </a:rPr>
              <a:t>f</a:t>
            </a:r>
            <a:r>
              <a:rPr b="0" lang="en-IN" sz="2450" spc="-92" strike="noStrike">
                <a:latin typeface="Verdana"/>
              </a:rPr>
              <a:t>r</a:t>
            </a:r>
            <a:r>
              <a:rPr b="0" lang="en-IN" sz="2450" spc="58" strike="noStrike">
                <a:latin typeface="Verdana"/>
              </a:rPr>
              <a:t>o</a:t>
            </a:r>
            <a:r>
              <a:rPr b="0" lang="en-IN" sz="2450" spc="239" strike="noStrike">
                <a:latin typeface="Verdana"/>
              </a:rPr>
              <a:t>m</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148" strike="noStrike">
                <a:latin typeface="Verdana"/>
              </a:rPr>
              <a:t>d</a:t>
            </a:r>
            <a:r>
              <a:rPr b="0" lang="en-IN" sz="2450" spc="-15" strike="noStrike">
                <a:latin typeface="Verdana"/>
              </a:rPr>
              <a:t>a</a:t>
            </a:r>
            <a:r>
              <a:rPr b="0" lang="en-IN" sz="2450" spc="32" strike="noStrike">
                <a:latin typeface="Verdana"/>
              </a:rPr>
              <a:t>t</a:t>
            </a:r>
            <a:r>
              <a:rPr b="0" lang="en-IN" sz="2450" spc="-15" strike="noStrike">
                <a:latin typeface="Verdana"/>
              </a:rPr>
              <a:t>a</a:t>
            </a:r>
            <a:r>
              <a:rPr b="0" lang="en-IN" sz="2450" spc="-72" strike="noStrike">
                <a:latin typeface="Verdana"/>
              </a:rPr>
              <a:t>s</a:t>
            </a:r>
            <a:r>
              <a:rPr b="0" lang="en-IN" sz="2450" spc="32" strike="noStrike">
                <a:latin typeface="Verdana"/>
              </a:rPr>
              <a:t>et</a:t>
            </a:r>
            <a:r>
              <a:rPr b="0" lang="en-IN" sz="2450" spc="-216" strike="noStrike">
                <a:latin typeface="Verdana"/>
              </a:rPr>
              <a:t> </a:t>
            </a:r>
            <a:r>
              <a:rPr b="0" lang="en-IN" sz="2450" spc="-15" strike="noStrike">
                <a:latin typeface="Verdana"/>
              </a:rPr>
              <a:t>t</a:t>
            </a:r>
            <a:r>
              <a:rPr b="0" lang="en-IN" sz="2450" spc="58" strike="noStrike">
                <a:latin typeface="Verdana"/>
              </a:rPr>
              <a:t>o</a:t>
            </a:r>
            <a:r>
              <a:rPr b="0" lang="en-IN" sz="2450" spc="-216" strike="noStrike">
                <a:latin typeface="Verdana"/>
              </a:rPr>
              <a:t> </a:t>
            </a:r>
            <a:r>
              <a:rPr b="0" lang="en-IN" sz="2450" spc="-12" strike="noStrike">
                <a:latin typeface="Verdana"/>
              </a:rPr>
              <a:t>i</a:t>
            </a:r>
            <a:r>
              <a:rPr b="0" lang="en-IN" sz="2450" spc="194" strike="noStrike">
                <a:latin typeface="Verdana"/>
              </a:rPr>
              <a:t>mp</a:t>
            </a:r>
            <a:r>
              <a:rPr b="0" lang="en-IN" sz="2450" spc="-92" strike="noStrike">
                <a:latin typeface="Verdana"/>
              </a:rPr>
              <a:t>r</a:t>
            </a:r>
            <a:r>
              <a:rPr b="0" lang="en-IN" sz="2450" spc="18" strike="noStrike">
                <a:latin typeface="Verdana"/>
              </a:rPr>
              <a:t>o</a:t>
            </a:r>
            <a:r>
              <a:rPr b="0" lang="en-IN" sz="2450" spc="-151" strike="noStrike">
                <a:latin typeface="Verdana"/>
              </a:rPr>
              <a:t>v</a:t>
            </a:r>
            <a:r>
              <a:rPr b="0" lang="en-IN" sz="2450" spc="24" strike="noStrike">
                <a:latin typeface="Verdana"/>
              </a:rPr>
              <a:t>e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15" strike="noStrike">
                <a:latin typeface="Verdana"/>
              </a:rPr>
              <a:t>a</a:t>
            </a:r>
            <a:r>
              <a:rPr b="0" lang="en-IN" sz="2450" spc="89" strike="noStrike">
                <a:latin typeface="Verdana"/>
              </a:rPr>
              <a:t>c</a:t>
            </a:r>
            <a:r>
              <a:rPr b="0" lang="en-IN" sz="2450" spc="111" strike="noStrike">
                <a:latin typeface="Verdana"/>
              </a:rPr>
              <a:t>c</a:t>
            </a:r>
            <a:r>
              <a:rPr b="0" lang="en-IN" sz="2450" spc="32" strike="noStrike">
                <a:latin typeface="Verdana"/>
              </a:rPr>
              <a:t>u</a:t>
            </a:r>
            <a:r>
              <a:rPr b="0" lang="en-IN" sz="2450" spc="-1" strike="noStrike">
                <a:latin typeface="Verdana"/>
              </a:rPr>
              <a:t>r</a:t>
            </a:r>
            <a:r>
              <a:rPr b="0" lang="en-IN" sz="2450" spc="-15" strike="noStrike">
                <a:latin typeface="Verdana"/>
              </a:rPr>
              <a:t>a</a:t>
            </a:r>
            <a:r>
              <a:rPr b="0" lang="en-IN" sz="2450" spc="94" strike="noStrike">
                <a:latin typeface="Verdana"/>
              </a:rPr>
              <a:t>c</a:t>
            </a:r>
            <a:r>
              <a:rPr b="0" lang="en-IN" sz="2450" spc="-111" strike="noStrike">
                <a:latin typeface="Verdana"/>
              </a:rPr>
              <a:t>y</a:t>
            </a:r>
            <a:r>
              <a:rPr b="0" lang="en-IN" sz="2450" spc="-216" strike="noStrike">
                <a:latin typeface="Verdana"/>
              </a:rPr>
              <a:t> </a:t>
            </a:r>
            <a:r>
              <a:rPr b="0" lang="en-IN" sz="2450" spc="58" strike="noStrike">
                <a:latin typeface="Verdana"/>
              </a:rPr>
              <a:t>o</a:t>
            </a:r>
            <a:r>
              <a:rPr b="0" lang="en-IN" sz="2450" spc="-26" strike="noStrike">
                <a:latin typeface="Verdana"/>
              </a:rPr>
              <a:t>f</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137" strike="noStrike">
                <a:latin typeface="Verdana"/>
              </a:rPr>
              <a:t>m</a:t>
            </a:r>
            <a:r>
              <a:rPr b="0" lang="en-IN" sz="2450" spc="89" strike="noStrike">
                <a:latin typeface="Verdana"/>
              </a:rPr>
              <a:t>a</a:t>
            </a:r>
            <a:r>
              <a:rPr b="0" lang="en-IN" sz="2450" spc="94" strike="noStrike">
                <a:latin typeface="Verdana"/>
              </a:rPr>
              <a:t>c</a:t>
            </a:r>
            <a:r>
              <a:rPr b="0" lang="en-IN" sz="2450" spc="123" strike="noStrike">
                <a:latin typeface="Verdana"/>
              </a:rPr>
              <a:t>h</a:t>
            </a:r>
            <a:r>
              <a:rPr b="0" lang="en-IN" sz="2450" spc="-12" strike="noStrike">
                <a:latin typeface="Verdana"/>
              </a:rPr>
              <a:t>i</a:t>
            </a:r>
            <a:r>
              <a:rPr b="0" lang="en-IN" sz="2450" spc="123" strike="noStrike">
                <a:latin typeface="Verdana"/>
              </a:rPr>
              <a:t>n</a:t>
            </a:r>
            <a:r>
              <a:rPr b="0" lang="en-IN" sz="2450" spc="32" strike="noStrike">
                <a:latin typeface="Verdana"/>
              </a:rPr>
              <a:t>e</a:t>
            </a:r>
            <a:r>
              <a:rPr b="0" lang="en-IN" sz="2450" spc="-216" strike="noStrike">
                <a:latin typeface="Verdana"/>
              </a:rPr>
              <a:t> </a:t>
            </a:r>
            <a:r>
              <a:rPr b="0" lang="en-IN" sz="2450" spc="-12" strike="noStrike">
                <a:latin typeface="Verdana"/>
              </a:rPr>
              <a:t>l</a:t>
            </a:r>
            <a:r>
              <a:rPr b="0" lang="en-IN" sz="2450" spc="-7" strike="noStrike">
                <a:latin typeface="Verdana"/>
              </a:rPr>
              <a:t>e</a:t>
            </a:r>
            <a:r>
              <a:rPr b="0" lang="en-IN" sz="2450" spc="-15" strike="noStrike">
                <a:latin typeface="Verdana"/>
              </a:rPr>
              <a:t>a</a:t>
            </a:r>
            <a:r>
              <a:rPr b="0" lang="en-IN" sz="2450" spc="-75" strike="noStrike">
                <a:latin typeface="Verdana"/>
              </a:rPr>
              <a:t>r</a:t>
            </a:r>
            <a:r>
              <a:rPr b="0" lang="en-IN" sz="2450" spc="123" strike="noStrike">
                <a:latin typeface="Verdana"/>
              </a:rPr>
              <a:t>n</a:t>
            </a:r>
            <a:r>
              <a:rPr b="0" lang="en-IN" sz="2450" spc="-12" strike="noStrike">
                <a:latin typeface="Verdana"/>
              </a:rPr>
              <a:t>i</a:t>
            </a:r>
            <a:r>
              <a:rPr b="0" lang="en-IN" sz="2450" spc="123" strike="noStrike">
                <a:latin typeface="Verdana"/>
              </a:rPr>
              <a:t>n</a:t>
            </a:r>
            <a:r>
              <a:rPr b="0" lang="en-IN" sz="2450" spc="117" strike="noStrike">
                <a:latin typeface="Verdana"/>
              </a:rPr>
              <a:t>g  </a:t>
            </a:r>
            <a:r>
              <a:rPr b="0" lang="en-IN" sz="2450" spc="239" strike="noStrike">
                <a:latin typeface="Verdana"/>
              </a:rPr>
              <a:t>m</a:t>
            </a:r>
            <a:r>
              <a:rPr b="0" lang="en-IN" sz="2450" spc="58" strike="noStrike">
                <a:latin typeface="Verdana"/>
              </a:rPr>
              <a:t>o</a:t>
            </a:r>
            <a:r>
              <a:rPr b="0" lang="en-IN" sz="2450" spc="148" strike="noStrike">
                <a:latin typeface="Verdana"/>
              </a:rPr>
              <a:t>d</a:t>
            </a:r>
            <a:r>
              <a:rPr b="0" lang="en-IN" sz="2450" spc="32" strike="noStrike">
                <a:latin typeface="Verdana"/>
              </a:rPr>
              <a:t>e</a:t>
            </a:r>
            <a:r>
              <a:rPr b="0" lang="en-IN" sz="2450" spc="-12" strike="noStrike">
                <a:latin typeface="Verdana"/>
              </a:rPr>
              <a:t>l</a:t>
            </a:r>
            <a:r>
              <a:rPr b="0" lang="en-IN" sz="2450" spc="-372" strike="noStrike">
                <a:latin typeface="Verdana"/>
              </a:rPr>
              <a:t>.</a:t>
            </a:r>
            <a:r>
              <a:rPr b="0" lang="en-IN" sz="2450" spc="-216" strike="noStrike">
                <a:latin typeface="Verdana"/>
              </a:rPr>
              <a:t> </a:t>
            </a:r>
            <a:r>
              <a:rPr b="0" lang="en-IN" sz="2450" spc="-92" strike="noStrike">
                <a:latin typeface="Verdana"/>
              </a:rPr>
              <a:t>T</a:t>
            </a:r>
            <a:r>
              <a:rPr b="0" lang="en-IN" sz="2450" spc="123" strike="noStrike">
                <a:latin typeface="Verdana"/>
              </a:rPr>
              <a:t>h</a:t>
            </a:r>
            <a:r>
              <a:rPr b="0" lang="en-IN" sz="2450" spc="-12" strike="noStrike">
                <a:latin typeface="Verdana"/>
              </a:rPr>
              <a:t>i</a:t>
            </a:r>
            <a:r>
              <a:rPr b="0" lang="en-IN" sz="2450" spc="-72" strike="noStrike">
                <a:latin typeface="Verdana"/>
              </a:rPr>
              <a:t>s</a:t>
            </a:r>
            <a:r>
              <a:rPr b="0" lang="en-IN" sz="2450" spc="-216" strike="noStrike">
                <a:latin typeface="Verdana"/>
              </a:rPr>
              <a:t> </a:t>
            </a:r>
            <a:r>
              <a:rPr b="0" lang="en-IN" sz="2450" spc="148" strike="noStrike">
                <a:latin typeface="Verdana"/>
              </a:rPr>
              <a:t>p</a:t>
            </a:r>
            <a:r>
              <a:rPr b="0" lang="en-IN" sz="2450" spc="-92" strike="noStrike">
                <a:latin typeface="Verdana"/>
              </a:rPr>
              <a:t>r</a:t>
            </a:r>
            <a:r>
              <a:rPr b="0" lang="en-IN" sz="2450" spc="58" strike="noStrike">
                <a:latin typeface="Verdana"/>
              </a:rPr>
              <a:t>o</a:t>
            </a:r>
            <a:r>
              <a:rPr b="0" lang="en-IN" sz="2450" spc="89" strike="noStrike">
                <a:latin typeface="Verdana"/>
              </a:rPr>
              <a:t>c</a:t>
            </a:r>
            <a:r>
              <a:rPr b="0" lang="en-IN" sz="2450" spc="32" strike="noStrike">
                <a:latin typeface="Verdana"/>
              </a:rPr>
              <a:t>e</a:t>
            </a:r>
            <a:r>
              <a:rPr b="0" lang="en-IN" sz="2450" spc="-72" strike="noStrike">
                <a:latin typeface="Verdana"/>
              </a:rPr>
              <a:t>ss</a:t>
            </a:r>
            <a:r>
              <a:rPr b="0" lang="en-IN" sz="2450" spc="-216" strike="noStrike">
                <a:latin typeface="Verdana"/>
              </a:rPr>
              <a:t> </a:t>
            </a:r>
            <a:r>
              <a:rPr b="0" lang="en-IN" sz="2450" spc="-12" strike="noStrike">
                <a:latin typeface="Verdana"/>
              </a:rPr>
              <a:t>i</a:t>
            </a:r>
            <a:r>
              <a:rPr b="0" lang="en-IN" sz="2450" spc="97" strike="noStrike">
                <a:latin typeface="Verdana"/>
              </a:rPr>
              <a:t>n</a:t>
            </a:r>
            <a:r>
              <a:rPr b="0" lang="en-IN" sz="2450" spc="-151" strike="noStrike">
                <a:latin typeface="Verdana"/>
              </a:rPr>
              <a:t>v</a:t>
            </a:r>
            <a:r>
              <a:rPr b="0" lang="en-IN" sz="2450" spc="58" strike="noStrike">
                <a:latin typeface="Verdana"/>
              </a:rPr>
              <a:t>o</a:t>
            </a:r>
            <a:r>
              <a:rPr b="0" lang="en-IN" sz="2450" spc="-12" strike="noStrike">
                <a:latin typeface="Verdana"/>
              </a:rPr>
              <a:t>l</a:t>
            </a:r>
            <a:r>
              <a:rPr b="0" lang="en-IN" sz="2450" spc="-151" strike="noStrike">
                <a:latin typeface="Verdana"/>
              </a:rPr>
              <a:t>v</a:t>
            </a:r>
            <a:r>
              <a:rPr b="0" lang="en-IN" sz="2450" spc="32" strike="noStrike">
                <a:latin typeface="Verdana"/>
              </a:rPr>
              <a:t>e</a:t>
            </a:r>
            <a:r>
              <a:rPr b="0" lang="en-IN" sz="2450" spc="-72" strike="noStrike">
                <a:latin typeface="Verdana"/>
              </a:rPr>
              <a:t>s</a:t>
            </a:r>
            <a:r>
              <a:rPr b="0" lang="en-IN" sz="2450" spc="-216" strike="noStrike">
                <a:latin typeface="Verdana"/>
              </a:rPr>
              <a:t> </a:t>
            </a:r>
            <a:r>
              <a:rPr b="0" lang="en-IN" sz="2450" spc="148" strike="noStrike">
                <a:latin typeface="Verdana"/>
              </a:rPr>
              <a:t>d</a:t>
            </a:r>
            <a:r>
              <a:rPr b="0" lang="en-IN" sz="2450" spc="58" strike="noStrike">
                <a:latin typeface="Verdana"/>
              </a:rPr>
              <a:t>o</a:t>
            </a:r>
            <a:r>
              <a:rPr b="0" lang="en-IN" sz="2450" spc="111" strike="noStrike">
                <a:latin typeface="Verdana"/>
              </a:rPr>
              <a:t>ma</a:t>
            </a:r>
            <a:r>
              <a:rPr b="0" lang="en-IN" sz="2450" spc="-12" strike="noStrike">
                <a:latin typeface="Verdana"/>
              </a:rPr>
              <a:t>i</a:t>
            </a:r>
            <a:r>
              <a:rPr b="0" lang="en-IN" sz="2450" spc="83" strike="noStrike">
                <a:latin typeface="Verdana"/>
              </a:rPr>
              <a:t>n  </a:t>
            </a:r>
            <a:r>
              <a:rPr b="0" lang="en-IN" sz="2450" spc="-7" strike="noStrike">
                <a:latin typeface="Verdana"/>
              </a:rPr>
              <a:t>e</a:t>
            </a:r>
            <a:r>
              <a:rPr b="0" lang="en-IN" sz="2450" spc="-131" strike="noStrike">
                <a:latin typeface="Verdana"/>
              </a:rPr>
              <a:t>x</a:t>
            </a:r>
            <a:r>
              <a:rPr b="0" lang="en-IN" sz="2450" spc="148" strike="noStrike">
                <a:latin typeface="Verdana"/>
              </a:rPr>
              <a:t>p</a:t>
            </a:r>
            <a:r>
              <a:rPr b="0" lang="en-IN" sz="2450" spc="32" strike="noStrike">
                <a:latin typeface="Verdana"/>
              </a:rPr>
              <a:t>e</a:t>
            </a:r>
            <a:r>
              <a:rPr b="0" lang="en-IN" sz="2450" spc="-21" strike="noStrike">
                <a:latin typeface="Verdana"/>
              </a:rPr>
              <a:t>r</a:t>
            </a:r>
            <a:r>
              <a:rPr b="0" lang="en-IN" sz="2450" spc="32" strike="noStrike">
                <a:latin typeface="Verdana"/>
              </a:rPr>
              <a:t>t</a:t>
            </a:r>
            <a:r>
              <a:rPr b="0" lang="en-IN" sz="2450" spc="-12" strike="noStrike">
                <a:latin typeface="Verdana"/>
              </a:rPr>
              <a:t>i</a:t>
            </a:r>
            <a:r>
              <a:rPr b="0" lang="en-IN" sz="2450" spc="-72" strike="noStrike">
                <a:latin typeface="Verdana"/>
              </a:rPr>
              <a:t>s</a:t>
            </a:r>
            <a:r>
              <a:rPr b="0" lang="en-IN" sz="2450" spc="32" strike="noStrike">
                <a:latin typeface="Verdana"/>
              </a:rPr>
              <a:t>e</a:t>
            </a:r>
            <a:r>
              <a:rPr b="0" lang="en-IN" sz="2450" spc="-372" strike="noStrike">
                <a:latin typeface="Verdana"/>
              </a:rPr>
              <a:t>,</a:t>
            </a:r>
            <a:r>
              <a:rPr b="0" lang="en-IN" sz="2450" spc="-216" strike="noStrike">
                <a:latin typeface="Verdana"/>
              </a:rPr>
              <a:t> </a:t>
            </a:r>
            <a:r>
              <a:rPr b="0" lang="en-IN" sz="2450" spc="-72" strike="noStrike">
                <a:latin typeface="Verdana"/>
              </a:rPr>
              <a:t>s</a:t>
            </a:r>
            <a:r>
              <a:rPr b="0" lang="en-IN" sz="2450" spc="32" strike="noStrike">
                <a:latin typeface="Verdana"/>
              </a:rPr>
              <a:t>t</a:t>
            </a:r>
            <a:r>
              <a:rPr b="0" lang="en-IN" sz="2450" spc="-15" strike="noStrike">
                <a:latin typeface="Verdana"/>
              </a:rPr>
              <a:t>a</a:t>
            </a:r>
            <a:r>
              <a:rPr b="0" lang="en-IN" sz="2450" spc="32" strike="noStrike">
                <a:latin typeface="Verdana"/>
              </a:rPr>
              <a:t>t</a:t>
            </a:r>
            <a:r>
              <a:rPr b="0" lang="en-IN" sz="2450" spc="-12" strike="noStrike">
                <a:latin typeface="Verdana"/>
              </a:rPr>
              <a:t>i</a:t>
            </a:r>
            <a:r>
              <a:rPr b="0" lang="en-IN" sz="2450" spc="-72" strike="noStrike">
                <a:latin typeface="Verdana"/>
              </a:rPr>
              <a:t>s</a:t>
            </a:r>
            <a:r>
              <a:rPr b="0" lang="en-IN" sz="2450" spc="32" strike="noStrike">
                <a:latin typeface="Verdana"/>
              </a:rPr>
              <a:t>t</a:t>
            </a:r>
            <a:r>
              <a:rPr b="0" lang="en-IN" sz="2450" spc="-12" strike="noStrike">
                <a:latin typeface="Verdana"/>
              </a:rPr>
              <a:t>i</a:t>
            </a:r>
            <a:r>
              <a:rPr b="0" lang="en-IN" sz="2450" spc="111" strike="noStrike">
                <a:latin typeface="Verdana"/>
              </a:rPr>
              <a:t>c</a:t>
            </a:r>
            <a:r>
              <a:rPr b="0" lang="en-IN" sz="2450" spc="-15" strike="noStrike">
                <a:latin typeface="Verdana"/>
              </a:rPr>
              <a:t>a</a:t>
            </a:r>
            <a:r>
              <a:rPr b="0" lang="en-IN" sz="2450" spc="-12" strike="noStrike">
                <a:latin typeface="Verdana"/>
              </a:rPr>
              <a:t>l</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5" strike="noStrike">
                <a:latin typeface="Verdana"/>
              </a:rPr>
              <a:t>a</a:t>
            </a:r>
            <a:r>
              <a:rPr b="0" lang="en-IN" sz="2450" spc="-12" strike="noStrike">
                <a:latin typeface="Verdana"/>
              </a:rPr>
              <a:t>l</a:t>
            </a:r>
            <a:r>
              <a:rPr b="0" lang="en-IN" sz="2450" spc="-126" strike="noStrike">
                <a:latin typeface="Verdana"/>
              </a:rPr>
              <a:t>y</a:t>
            </a:r>
            <a:r>
              <a:rPr b="0" lang="en-IN" sz="2450" spc="-72" strike="noStrike">
                <a:latin typeface="Verdana"/>
              </a:rPr>
              <a:t>s</a:t>
            </a:r>
            <a:r>
              <a:rPr b="0" lang="en-IN" sz="2450" spc="-12" strike="noStrike">
                <a:latin typeface="Verdana"/>
              </a:rPr>
              <a:t>i</a:t>
            </a:r>
            <a:r>
              <a:rPr b="0" lang="en-IN" sz="2450" spc="-72" strike="noStrike">
                <a:latin typeface="Verdana"/>
              </a:rPr>
              <a:t>s</a:t>
            </a:r>
            <a:r>
              <a:rPr b="0" lang="en-IN" sz="2450" spc="-372" strike="noStrike">
                <a:latin typeface="Verdana"/>
              </a:rPr>
              <a:t>,</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32" strike="noStrike">
                <a:latin typeface="Verdana"/>
              </a:rPr>
              <a:t>t</a:t>
            </a:r>
            <a:r>
              <a:rPr b="0" lang="en-IN" sz="2450" spc="-75" strike="noStrike">
                <a:latin typeface="Verdana"/>
              </a:rPr>
              <a:t>r</a:t>
            </a:r>
            <a:r>
              <a:rPr b="0" lang="en-IN" sz="2450" spc="-12" strike="noStrike">
                <a:latin typeface="Verdana"/>
              </a:rPr>
              <a:t>i</a:t>
            </a:r>
            <a:r>
              <a:rPr b="0" lang="en-IN" sz="2450" spc="-15" strike="noStrike">
                <a:latin typeface="Verdana"/>
              </a:rPr>
              <a:t>a</a:t>
            </a:r>
            <a:r>
              <a:rPr b="0" lang="en-IN" sz="2450" spc="-12" strike="noStrike">
                <a:latin typeface="Verdana"/>
              </a:rPr>
              <a:t>l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32" strike="noStrike">
                <a:latin typeface="Verdana"/>
              </a:rPr>
              <a:t>e</a:t>
            </a:r>
            <a:r>
              <a:rPr b="0" lang="en-IN" sz="2450" spc="-75" strike="noStrike">
                <a:latin typeface="Verdana"/>
              </a:rPr>
              <a:t>r</a:t>
            </a:r>
            <a:r>
              <a:rPr b="0" lang="en-IN" sz="2450" spc="-92" strike="noStrike">
                <a:latin typeface="Verdana"/>
              </a:rPr>
              <a:t>r</a:t>
            </a:r>
            <a:r>
              <a:rPr b="0" lang="en-IN" sz="2450" spc="58" strike="noStrike">
                <a:latin typeface="Verdana"/>
              </a:rPr>
              <a:t>o</a:t>
            </a:r>
            <a:r>
              <a:rPr b="0" lang="en-IN" sz="2450" spc="-80" strike="noStrike">
                <a:latin typeface="Verdana"/>
              </a:rPr>
              <a:t>r</a:t>
            </a:r>
            <a:r>
              <a:rPr b="0" lang="en-IN" sz="2450" spc="-372" strike="noStrike">
                <a:latin typeface="Verdana"/>
              </a:rPr>
              <a:t>.</a:t>
            </a:r>
            <a:r>
              <a:rPr b="0" lang="en-IN" sz="2450" spc="-216" strike="noStrike">
                <a:latin typeface="Verdana"/>
              </a:rPr>
              <a:t> </a:t>
            </a:r>
            <a:r>
              <a:rPr b="0" lang="en-IN" sz="2450" spc="109" strike="noStrike">
                <a:latin typeface="Verdana"/>
              </a:rPr>
              <a:t>F</a:t>
            </a:r>
            <a:r>
              <a:rPr b="0" lang="en-IN" sz="2450" spc="-7" strike="noStrike">
                <a:latin typeface="Verdana"/>
              </a:rPr>
              <a:t>e</a:t>
            </a:r>
            <a:r>
              <a:rPr b="0" lang="en-IN" sz="2450" spc="-15" strike="noStrike">
                <a:latin typeface="Verdana"/>
              </a:rPr>
              <a:t>a</a:t>
            </a:r>
            <a:r>
              <a:rPr b="0" lang="en-IN" sz="2450" spc="32" strike="noStrike">
                <a:latin typeface="Verdana"/>
              </a:rPr>
              <a:t>tu</a:t>
            </a:r>
            <a:r>
              <a:rPr b="0" lang="en-IN" sz="2450" spc="-12" strike="noStrike">
                <a:latin typeface="Verdana"/>
              </a:rPr>
              <a:t>r</a:t>
            </a:r>
            <a:r>
              <a:rPr b="0" lang="en-IN" sz="2450" spc="32" strike="noStrike">
                <a:latin typeface="Verdana"/>
              </a:rPr>
              <a:t>e</a:t>
            </a:r>
            <a:r>
              <a:rPr b="0" lang="en-IN" sz="2450" spc="-216" strike="noStrike">
                <a:latin typeface="Verdana"/>
              </a:rPr>
              <a:t> </a:t>
            </a:r>
            <a:r>
              <a:rPr b="0" lang="en-IN" sz="2450" spc="32" strike="noStrike">
                <a:latin typeface="Verdana"/>
              </a:rPr>
              <a:t>e</a:t>
            </a:r>
            <a:r>
              <a:rPr b="0" lang="en-IN" sz="2450" spc="123" strike="noStrike">
                <a:latin typeface="Verdana"/>
              </a:rPr>
              <a:t>n</a:t>
            </a:r>
            <a:r>
              <a:rPr b="0" lang="en-IN" sz="2450" spc="77" strike="noStrike">
                <a:latin typeface="Verdana"/>
              </a:rPr>
              <a:t>gi</a:t>
            </a:r>
            <a:r>
              <a:rPr b="0" lang="en-IN" sz="2450" spc="123" strike="noStrike">
                <a:latin typeface="Verdana"/>
              </a:rPr>
              <a:t>n</a:t>
            </a:r>
            <a:r>
              <a:rPr b="0" lang="en-IN" sz="2450" spc="32" strike="noStrike">
                <a:latin typeface="Verdana"/>
              </a:rPr>
              <a:t>ee</a:t>
            </a:r>
            <a:r>
              <a:rPr b="0" lang="en-IN" sz="2450" spc="-75" strike="noStrike">
                <a:latin typeface="Verdana"/>
              </a:rPr>
              <a:t>r</a:t>
            </a:r>
            <a:r>
              <a:rPr b="0" lang="en-IN" sz="2450" spc="-12" strike="noStrike">
                <a:latin typeface="Verdana"/>
              </a:rPr>
              <a:t>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111" strike="noStrike">
                <a:latin typeface="Verdana"/>
              </a:rPr>
              <a:t>c</a:t>
            </a:r>
            <a:r>
              <a:rPr b="0" lang="en-IN" sz="2450" spc="-15" strike="noStrike">
                <a:latin typeface="Verdana"/>
              </a:rPr>
              <a:t>a</a:t>
            </a:r>
            <a:r>
              <a:rPr b="0" lang="en-IN" sz="2450" spc="123" strike="noStrike">
                <a:latin typeface="Verdana"/>
              </a:rPr>
              <a:t>n</a:t>
            </a:r>
            <a:r>
              <a:rPr b="0" lang="en-IN" sz="2450" spc="-216" strike="noStrike">
                <a:latin typeface="Verdana"/>
              </a:rPr>
              <a:t> </a:t>
            </a:r>
            <a:r>
              <a:rPr b="0" lang="en-IN" sz="2450" spc="-15" strike="noStrike">
                <a:latin typeface="Verdana"/>
              </a:rPr>
              <a:t>a</a:t>
            </a:r>
            <a:r>
              <a:rPr b="0" lang="en-IN" sz="2450" spc="-12" strike="noStrike">
                <a:latin typeface="Verdana"/>
              </a:rPr>
              <a:t>l</a:t>
            </a:r>
            <a:r>
              <a:rPr b="0" lang="en-IN" sz="2450" spc="-72" strike="noStrike">
                <a:latin typeface="Verdana"/>
              </a:rPr>
              <a:t>s</a:t>
            </a:r>
            <a:r>
              <a:rPr b="0" lang="en-IN" sz="2450" spc="43" strike="noStrike">
                <a:latin typeface="Verdana"/>
              </a:rPr>
              <a:t>o  </a:t>
            </a:r>
            <a:r>
              <a:rPr b="0" lang="en-IN" sz="2450" spc="123" strike="noStrike">
                <a:latin typeface="Verdana"/>
              </a:rPr>
              <a:t>h</a:t>
            </a:r>
            <a:r>
              <a:rPr b="0" lang="en-IN" sz="2450" spc="32" strike="noStrike">
                <a:latin typeface="Verdana"/>
              </a:rPr>
              <a:t>e</a:t>
            </a:r>
            <a:r>
              <a:rPr b="0" lang="en-IN" sz="2450" spc="-12" strike="noStrike">
                <a:latin typeface="Verdana"/>
              </a:rPr>
              <a:t>l</a:t>
            </a:r>
            <a:r>
              <a:rPr b="0" lang="en-IN" sz="2450" spc="148" strike="noStrike">
                <a:latin typeface="Verdana"/>
              </a:rPr>
              <a:t>p</a:t>
            </a:r>
            <a:r>
              <a:rPr b="0" lang="en-IN" sz="2450" spc="-216" strike="noStrike">
                <a:latin typeface="Verdana"/>
              </a:rPr>
              <a:t> </a:t>
            </a:r>
            <a:r>
              <a:rPr b="0" lang="en-IN" sz="2450" spc="-92" strike="noStrike">
                <a:latin typeface="Verdana"/>
              </a:rPr>
              <a:t>r</a:t>
            </a:r>
            <a:r>
              <a:rPr b="0" lang="en-IN" sz="2450" spc="32" strike="noStrike">
                <a:latin typeface="Verdana"/>
              </a:rPr>
              <a:t>e</a:t>
            </a:r>
            <a:r>
              <a:rPr b="0" lang="en-IN" sz="2450" spc="148" strike="noStrike">
                <a:latin typeface="Verdana"/>
              </a:rPr>
              <a:t>d</a:t>
            </a:r>
            <a:r>
              <a:rPr b="0" lang="en-IN" sz="2450" spc="123" strike="noStrike">
                <a:latin typeface="Verdana"/>
              </a:rPr>
              <a:t>u</a:t>
            </a:r>
            <a:r>
              <a:rPr b="0" lang="en-IN" sz="2450" spc="72" strike="noStrike">
                <a:latin typeface="Verdana"/>
              </a:rPr>
              <a:t>c</a:t>
            </a:r>
            <a:r>
              <a:rPr b="0" lang="en-IN" sz="2450" spc="32" strike="noStrike">
                <a:latin typeface="Verdana"/>
              </a:rPr>
              <a:t>e</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75" strike="noStrike">
                <a:latin typeface="Verdana"/>
              </a:rPr>
              <a:t>r</a:t>
            </a:r>
            <a:r>
              <a:rPr b="0" lang="en-IN" sz="2450" spc="-12" strike="noStrike">
                <a:latin typeface="Verdana"/>
              </a:rPr>
              <a:t>i</a:t>
            </a:r>
            <a:r>
              <a:rPr b="0" lang="en-IN" sz="2450" spc="-72" strike="noStrike">
                <a:latin typeface="Verdana"/>
              </a:rPr>
              <a:t>s</a:t>
            </a:r>
            <a:r>
              <a:rPr b="0" lang="en-IN" sz="2450" spc="32" strike="noStrike">
                <a:latin typeface="Verdana"/>
              </a:rPr>
              <a:t>k</a:t>
            </a:r>
            <a:r>
              <a:rPr b="0" lang="en-IN" sz="2450" spc="-216" strike="noStrike">
                <a:latin typeface="Verdana"/>
              </a:rPr>
              <a:t> </a:t>
            </a:r>
            <a:r>
              <a:rPr b="0" lang="en-IN" sz="2450" spc="58" strike="noStrike">
                <a:latin typeface="Verdana"/>
              </a:rPr>
              <a:t>o</a:t>
            </a:r>
            <a:r>
              <a:rPr b="0" lang="en-IN" sz="2450" spc="-26" strike="noStrike">
                <a:latin typeface="Verdana"/>
              </a:rPr>
              <a:t>f</a:t>
            </a:r>
            <a:r>
              <a:rPr b="0" lang="en-IN" sz="2450" spc="-216" strike="noStrike">
                <a:latin typeface="Verdana"/>
              </a:rPr>
              <a:t> </a:t>
            </a:r>
            <a:r>
              <a:rPr b="0" lang="en-IN" sz="2450" spc="18" strike="noStrike">
                <a:latin typeface="Verdana"/>
              </a:rPr>
              <a:t>o</a:t>
            </a:r>
            <a:r>
              <a:rPr b="0" lang="en-IN" sz="2450" spc="-151" strike="noStrike">
                <a:latin typeface="Verdana"/>
              </a:rPr>
              <a:t>v</a:t>
            </a:r>
            <a:r>
              <a:rPr b="0" lang="en-IN" sz="2450" spc="32" strike="noStrike">
                <a:latin typeface="Verdana"/>
              </a:rPr>
              <a:t>e</a:t>
            </a:r>
            <a:r>
              <a:rPr b="0" lang="en-IN" sz="2450" spc="-21" strike="noStrike">
                <a:latin typeface="Verdana"/>
              </a:rPr>
              <a:t>r</a:t>
            </a:r>
            <a:r>
              <a:rPr b="0" lang="en-IN" sz="2450" spc="168" strike="noStrike">
                <a:latin typeface="Verdana"/>
              </a:rPr>
              <a:t>ﬁ</a:t>
            </a:r>
            <a:r>
              <a:rPr b="0" lang="en-IN" sz="2450" spc="-1" strike="noStrike">
                <a:latin typeface="Verdana"/>
              </a:rPr>
              <a:t>t</a:t>
            </a:r>
            <a:r>
              <a:rPr b="0" lang="en-IN" sz="2450" spc="32" strike="noStrike">
                <a:latin typeface="Verdana"/>
              </a:rPr>
              <a:t>t</a:t>
            </a:r>
            <a:r>
              <a:rPr b="0" lang="en-IN" sz="2450" spc="-12" strike="noStrike">
                <a:latin typeface="Verdana"/>
              </a:rPr>
              <a:t>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24" strike="noStrike">
                <a:latin typeface="Verdana"/>
              </a:rPr>
              <a:t>e  </a:t>
            </a:r>
            <a:r>
              <a:rPr b="0" lang="en-IN" sz="2450" spc="239" strike="noStrike">
                <a:latin typeface="Verdana"/>
              </a:rPr>
              <a:t>m</a:t>
            </a:r>
            <a:r>
              <a:rPr b="0" lang="en-IN" sz="2450" spc="58" strike="noStrike">
                <a:latin typeface="Verdana"/>
              </a:rPr>
              <a:t>o</a:t>
            </a:r>
            <a:r>
              <a:rPr b="0" lang="en-IN" sz="2450" spc="148" strike="noStrike">
                <a:latin typeface="Verdana"/>
              </a:rPr>
              <a:t>d</a:t>
            </a:r>
            <a:r>
              <a:rPr b="0" lang="en-IN" sz="2450" spc="32" strike="noStrike">
                <a:latin typeface="Verdana"/>
              </a:rPr>
              <a:t>e</a:t>
            </a:r>
            <a:r>
              <a:rPr b="0" lang="en-IN" sz="2450" spc="-12" strike="noStrike">
                <a:latin typeface="Verdana"/>
              </a:rPr>
              <a:t>l</a:t>
            </a:r>
            <a:r>
              <a:rPr b="0" lang="en-IN" sz="2450" spc="-216" strike="noStrike">
                <a:latin typeface="Verdana"/>
              </a:rPr>
              <a:t> </a:t>
            </a:r>
            <a:r>
              <a:rPr b="0" lang="en-IN" sz="2450" spc="-15" strike="noStrike">
                <a:latin typeface="Verdana"/>
              </a:rPr>
              <a:t>t</a:t>
            </a:r>
            <a:r>
              <a:rPr b="0" lang="en-IN" sz="2450" spc="58" strike="noStrike">
                <a:latin typeface="Verdana"/>
              </a:rPr>
              <a:t>o</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32" strike="noStrike">
                <a:latin typeface="Verdana"/>
              </a:rPr>
              <a:t>t</a:t>
            </a:r>
            <a:r>
              <a:rPr b="0" lang="en-IN" sz="2450" spc="-80" strike="noStrike">
                <a:latin typeface="Verdana"/>
              </a:rPr>
              <a:t>r</a:t>
            </a:r>
            <a:r>
              <a:rPr b="0" lang="en-IN" sz="2450" spc="-15" strike="noStrike">
                <a:latin typeface="Verdana"/>
              </a:rPr>
              <a:t>a</a:t>
            </a:r>
            <a:r>
              <a:rPr b="0" lang="en-IN" sz="2450" spc="-12" strike="noStrike">
                <a:latin typeface="Verdana"/>
              </a:rPr>
              <a:t>i</a:t>
            </a:r>
            <a:r>
              <a:rPr b="0" lang="en-IN" sz="2450" spc="123" strike="noStrike">
                <a:latin typeface="Verdana"/>
              </a:rPr>
              <a:t>n</a:t>
            </a:r>
            <a:r>
              <a:rPr b="0" lang="en-IN" sz="2450" spc="-12" strike="noStrike">
                <a:latin typeface="Verdana"/>
              </a:rPr>
              <a:t>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148" strike="noStrike">
                <a:latin typeface="Verdana"/>
              </a:rPr>
              <a:t>d</a:t>
            </a:r>
            <a:r>
              <a:rPr b="0" lang="en-IN" sz="2450" spc="-15" strike="noStrike">
                <a:latin typeface="Verdana"/>
              </a:rPr>
              <a:t>a</a:t>
            </a:r>
            <a:r>
              <a:rPr b="0" lang="en-IN" sz="2450" spc="32" strike="noStrike">
                <a:latin typeface="Verdana"/>
              </a:rPr>
              <a:t>t</a:t>
            </a:r>
            <a:r>
              <a:rPr b="0" lang="en-IN" sz="2450" spc="-15" strike="noStrike">
                <a:latin typeface="Verdana"/>
              </a:rPr>
              <a:t>a</a:t>
            </a:r>
            <a:r>
              <a:rPr b="0" lang="en-IN" sz="2450" spc="-372" strike="noStrike">
                <a:latin typeface="Verdana"/>
              </a:rPr>
              <a:t>.</a:t>
            </a:r>
            <a:endParaRPr b="0" lang="en-IN" sz="2450" spc="-1" strike="noStrike">
              <a:latin typeface="Arial"/>
            </a:endParaRPr>
          </a:p>
        </p:txBody>
      </p:sp>
      <p:pic>
        <p:nvPicPr>
          <p:cNvPr id="111" name="object 4" descr=""/>
          <p:cNvPicPr/>
          <p:nvPr/>
        </p:nvPicPr>
        <p:blipFill>
          <a:blip r:embed="rId1"/>
          <a:stretch/>
        </p:blipFill>
        <p:spPr>
          <a:xfrm>
            <a:off x="9144000" y="0"/>
            <a:ext cx="9143640" cy="102866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grpSp>
        <p:nvGrpSpPr>
          <p:cNvPr id="112" name="object 2"/>
          <p:cNvGrpSpPr/>
          <p:nvPr/>
        </p:nvGrpSpPr>
        <p:grpSpPr>
          <a:xfrm>
            <a:off x="0" y="0"/>
            <a:ext cx="9143640" cy="10286640"/>
            <a:chOff x="0" y="0"/>
            <a:chExt cx="9143640" cy="10286640"/>
          </a:xfrm>
        </p:grpSpPr>
        <p:sp>
          <p:nvSpPr>
            <p:cNvPr id="113" name="object 3"/>
            <p:cNvSpPr/>
            <p:nvPr/>
          </p:nvSpPr>
          <p:spPr>
            <a:xfrm>
              <a:off x="0" y="0"/>
              <a:ext cx="9143640" cy="10286640"/>
            </a:xfrm>
            <a:custGeom>
              <a:avLst/>
              <a:gdLst/>
              <a:ahLst/>
              <a:rect l="l" t="t" r="r" b="b"/>
              <a:pathLst>
                <a:path w="9144000" h="10287000">
                  <a:moveTo>
                    <a:pt x="9144000" y="10286999"/>
                  </a:moveTo>
                  <a:lnTo>
                    <a:pt x="0" y="10286999"/>
                  </a:lnTo>
                  <a:lnTo>
                    <a:pt x="0" y="0"/>
                  </a:lnTo>
                  <a:lnTo>
                    <a:pt x="9144000" y="0"/>
                  </a:lnTo>
                  <a:lnTo>
                    <a:pt x="9144000" y="10286999"/>
                  </a:lnTo>
                  <a:close/>
                </a:path>
              </a:pathLst>
            </a:custGeom>
            <a:solidFill>
              <a:srgbClr val="000000"/>
            </a:solidFill>
            <a:ln w="0">
              <a:noFill/>
            </a:ln>
          </p:spPr>
          <p:style>
            <a:lnRef idx="0"/>
            <a:fillRef idx="0"/>
            <a:effectRef idx="0"/>
            <a:fontRef idx="minor"/>
          </p:style>
        </p:sp>
        <p:pic>
          <p:nvPicPr>
            <p:cNvPr id="114" name="object 4" descr=""/>
            <p:cNvPicPr/>
            <p:nvPr/>
          </p:nvPicPr>
          <p:blipFill>
            <a:blip r:embed="rId1"/>
            <a:stretch/>
          </p:blipFill>
          <p:spPr>
            <a:xfrm>
              <a:off x="1334880" y="1143000"/>
              <a:ext cx="6467040" cy="8000640"/>
            </a:xfrm>
            <a:prstGeom prst="rect">
              <a:avLst/>
            </a:prstGeom>
            <a:ln w="0">
              <a:noFill/>
            </a:ln>
          </p:spPr>
        </p:pic>
      </p:grpSp>
      <p:sp>
        <p:nvSpPr>
          <p:cNvPr id="115" name="PlaceHolder 1"/>
          <p:cNvSpPr>
            <a:spLocks noGrp="1"/>
          </p:cNvSpPr>
          <p:nvPr>
            <p:ph type="title"/>
          </p:nvPr>
        </p:nvSpPr>
        <p:spPr>
          <a:xfrm>
            <a:off x="10553040" y="1675080"/>
            <a:ext cx="5348880" cy="1730520"/>
          </a:xfrm>
          <a:prstGeom prst="rect">
            <a:avLst/>
          </a:prstGeom>
          <a:noFill/>
          <a:ln w="0">
            <a:noFill/>
          </a:ln>
        </p:spPr>
        <p:txBody>
          <a:bodyPr lIns="0" rIns="0" tIns="12600" bIns="0" anchor="t">
            <a:noAutofit/>
          </a:bodyPr>
          <a:p>
            <a:pPr marL="12600">
              <a:lnSpc>
                <a:spcPct val="100000"/>
              </a:lnSpc>
              <a:spcBef>
                <a:spcPts val="99"/>
              </a:spcBef>
              <a:buNone/>
            </a:pPr>
            <a:r>
              <a:rPr b="1" lang="en-IN" sz="5700" spc="182" strike="noStrike">
                <a:solidFill>
                  <a:srgbClr val="000000"/>
                </a:solidFill>
                <a:latin typeface="Times New Roman"/>
              </a:rPr>
              <a:t>Model</a:t>
            </a:r>
            <a:r>
              <a:rPr b="1" lang="en-IN" sz="5700" spc="-151" strike="noStrike">
                <a:solidFill>
                  <a:srgbClr val="000000"/>
                </a:solidFill>
                <a:latin typeface="Times New Roman"/>
              </a:rPr>
              <a:t> </a:t>
            </a:r>
            <a:r>
              <a:rPr b="1" lang="en-IN" sz="5700" spc="248" strike="noStrike">
                <a:solidFill>
                  <a:srgbClr val="000000"/>
                </a:solidFill>
                <a:latin typeface="Times New Roman"/>
              </a:rPr>
              <a:t>Selection</a:t>
            </a:r>
            <a:endParaRPr b="0" lang="en-IN" sz="5700" spc="-1" strike="noStrike">
              <a:latin typeface="Calibri"/>
            </a:endParaRPr>
          </a:p>
        </p:txBody>
      </p:sp>
      <p:sp>
        <p:nvSpPr>
          <p:cNvPr id="116" name="object 6"/>
          <p:cNvSpPr/>
          <p:nvPr/>
        </p:nvSpPr>
        <p:spPr>
          <a:xfrm>
            <a:off x="10553040" y="2864880"/>
            <a:ext cx="5994720" cy="4188240"/>
          </a:xfrm>
          <a:prstGeom prst="rect">
            <a:avLst/>
          </a:prstGeom>
          <a:noFill/>
          <a:ln w="0">
            <a:noFill/>
          </a:ln>
        </p:spPr>
        <p:style>
          <a:lnRef idx="0"/>
          <a:fillRef idx="0"/>
          <a:effectRef idx="0"/>
          <a:fontRef idx="minor"/>
        </p:style>
        <p:txBody>
          <a:bodyPr lIns="0" rIns="0" tIns="6840" bIns="0" anchor="t">
            <a:spAutoFit/>
          </a:bodyPr>
          <a:p>
            <a:pPr marL="12600">
              <a:lnSpc>
                <a:spcPct val="102000"/>
              </a:lnSpc>
              <a:spcBef>
                <a:spcPts val="54"/>
              </a:spcBef>
              <a:buNone/>
            </a:pPr>
            <a:r>
              <a:rPr b="0" lang="en-IN" sz="2450" spc="-92" strike="noStrike">
                <a:latin typeface="Verdana"/>
              </a:rPr>
              <a:t>T</a:t>
            </a:r>
            <a:r>
              <a:rPr b="0" lang="en-IN" sz="2450" spc="123" strike="noStrike">
                <a:latin typeface="Verdana"/>
              </a:rPr>
              <a:t>h</a:t>
            </a:r>
            <a:r>
              <a:rPr b="0" lang="en-IN" sz="2450" spc="32" strike="noStrike">
                <a:latin typeface="Verdana"/>
              </a:rPr>
              <a:t>e</a:t>
            </a:r>
            <a:r>
              <a:rPr b="0" lang="en-IN" sz="2450" spc="-92" strike="noStrike">
                <a:latin typeface="Verdana"/>
              </a:rPr>
              <a:t>r</a:t>
            </a:r>
            <a:r>
              <a:rPr b="0" lang="en-IN" sz="2450" spc="32" strike="noStrike">
                <a:latin typeface="Verdana"/>
              </a:rPr>
              <a:t>e</a:t>
            </a:r>
            <a:r>
              <a:rPr b="0" lang="en-IN" sz="2450" spc="-216" strike="noStrike">
                <a:latin typeface="Verdana"/>
              </a:rPr>
              <a:t> </a:t>
            </a:r>
            <a:r>
              <a:rPr b="0" lang="en-IN" sz="2450" spc="-15" strike="noStrike">
                <a:latin typeface="Verdana"/>
              </a:rPr>
              <a:t>a</a:t>
            </a:r>
            <a:r>
              <a:rPr b="0" lang="en-IN" sz="2450" spc="-92" strike="noStrike">
                <a:latin typeface="Verdana"/>
              </a:rPr>
              <a:t>r</a:t>
            </a:r>
            <a:r>
              <a:rPr b="0" lang="en-IN" sz="2450" spc="32" strike="noStrike">
                <a:latin typeface="Verdana"/>
              </a:rPr>
              <a:t>e</a:t>
            </a:r>
            <a:r>
              <a:rPr b="0" lang="en-IN" sz="2450" spc="-216" strike="noStrike">
                <a:latin typeface="Verdana"/>
              </a:rPr>
              <a:t> </a:t>
            </a:r>
            <a:r>
              <a:rPr b="0" lang="en-IN" sz="2450" spc="239" strike="noStrike">
                <a:latin typeface="Verdana"/>
              </a:rPr>
              <a:t>m</a:t>
            </a:r>
            <a:r>
              <a:rPr b="0" lang="en-IN" sz="2450" spc="-15" strike="noStrike">
                <a:latin typeface="Verdana"/>
              </a:rPr>
              <a:t>a</a:t>
            </a:r>
            <a:r>
              <a:rPr b="0" lang="en-IN" sz="2450" spc="97" strike="noStrike">
                <a:latin typeface="Verdana"/>
              </a:rPr>
              <a:t>n</a:t>
            </a:r>
            <a:r>
              <a:rPr b="0" lang="en-IN" sz="2450" spc="-111" strike="noStrike">
                <a:latin typeface="Verdana"/>
              </a:rPr>
              <a:t>y</a:t>
            </a:r>
            <a:r>
              <a:rPr b="0" lang="en-IN" sz="2450" spc="-216" strike="noStrike">
                <a:latin typeface="Verdana"/>
              </a:rPr>
              <a:t> </a:t>
            </a:r>
            <a:r>
              <a:rPr b="0" lang="en-IN" sz="2450" spc="239" strike="noStrike">
                <a:latin typeface="Verdana"/>
              </a:rPr>
              <a:t>m</a:t>
            </a:r>
            <a:r>
              <a:rPr b="0" lang="en-IN" sz="2450" spc="-12" strike="noStrike">
                <a:latin typeface="Verdana"/>
              </a:rPr>
              <a:t>a</a:t>
            </a:r>
            <a:r>
              <a:rPr b="0" lang="en-IN" sz="2450" spc="94" strike="noStrike">
                <a:latin typeface="Verdana"/>
              </a:rPr>
              <a:t>c</a:t>
            </a:r>
            <a:r>
              <a:rPr b="0" lang="en-IN" sz="2450" spc="123" strike="noStrike">
                <a:latin typeface="Verdana"/>
              </a:rPr>
              <a:t>h</a:t>
            </a:r>
            <a:r>
              <a:rPr b="0" lang="en-IN" sz="2450" spc="-12" strike="noStrike">
                <a:latin typeface="Verdana"/>
              </a:rPr>
              <a:t>i</a:t>
            </a:r>
            <a:r>
              <a:rPr b="0" lang="en-IN" sz="2450" spc="123" strike="noStrike">
                <a:latin typeface="Verdana"/>
              </a:rPr>
              <a:t>n</a:t>
            </a:r>
            <a:r>
              <a:rPr b="0" lang="en-IN" sz="2450" spc="32" strike="noStrike">
                <a:latin typeface="Verdana"/>
              </a:rPr>
              <a:t>e</a:t>
            </a:r>
            <a:r>
              <a:rPr b="0" lang="en-IN" sz="2450" spc="-216" strike="noStrike">
                <a:latin typeface="Verdana"/>
              </a:rPr>
              <a:t> </a:t>
            </a:r>
            <a:r>
              <a:rPr b="0" lang="en-IN" sz="2450" spc="-12" strike="noStrike">
                <a:latin typeface="Verdana"/>
              </a:rPr>
              <a:t>l</a:t>
            </a:r>
            <a:r>
              <a:rPr b="0" lang="en-IN" sz="2450" spc="-7" strike="noStrike">
                <a:latin typeface="Verdana"/>
              </a:rPr>
              <a:t>e</a:t>
            </a:r>
            <a:r>
              <a:rPr b="0" lang="en-IN" sz="2450" spc="-15" strike="noStrike">
                <a:latin typeface="Verdana"/>
              </a:rPr>
              <a:t>a</a:t>
            </a:r>
            <a:r>
              <a:rPr b="0" lang="en-IN" sz="2450" spc="-75" strike="noStrike">
                <a:latin typeface="Verdana"/>
              </a:rPr>
              <a:t>r</a:t>
            </a:r>
            <a:r>
              <a:rPr b="0" lang="en-IN" sz="2450" spc="123" strike="noStrike">
                <a:latin typeface="Verdana"/>
              </a:rPr>
              <a:t>n</a:t>
            </a:r>
            <a:r>
              <a:rPr b="0" lang="en-IN" sz="2450" spc="-12" strike="noStrike">
                <a:latin typeface="Verdana"/>
              </a:rPr>
              <a:t>i</a:t>
            </a:r>
            <a:r>
              <a:rPr b="0" lang="en-IN" sz="2450" spc="123" strike="noStrike">
                <a:latin typeface="Verdana"/>
              </a:rPr>
              <a:t>n</a:t>
            </a:r>
            <a:r>
              <a:rPr b="0" lang="en-IN" sz="2450" spc="117" strike="noStrike">
                <a:latin typeface="Verdana"/>
              </a:rPr>
              <a:t>g  </a:t>
            </a:r>
            <a:r>
              <a:rPr b="0" lang="en-IN" sz="2450" spc="-15" strike="noStrike">
                <a:latin typeface="Verdana"/>
              </a:rPr>
              <a:t>a</a:t>
            </a:r>
            <a:r>
              <a:rPr b="0" lang="en-IN" sz="2450" spc="-12" strike="noStrike">
                <a:latin typeface="Verdana"/>
              </a:rPr>
              <a:t>l</a:t>
            </a:r>
            <a:r>
              <a:rPr b="0" lang="en-IN" sz="2450" spc="111" strike="noStrike">
                <a:latin typeface="Verdana"/>
              </a:rPr>
              <a:t>go</a:t>
            </a:r>
            <a:r>
              <a:rPr b="0" lang="en-IN" sz="2450" spc="-75" strike="noStrike">
                <a:latin typeface="Verdana"/>
              </a:rPr>
              <a:t>r</a:t>
            </a:r>
            <a:r>
              <a:rPr b="0" lang="en-IN" sz="2450" spc="-12" strike="noStrike">
                <a:latin typeface="Verdana"/>
              </a:rPr>
              <a:t>i</a:t>
            </a:r>
            <a:r>
              <a:rPr b="0" lang="en-IN" sz="2450" spc="32" strike="noStrike">
                <a:latin typeface="Verdana"/>
              </a:rPr>
              <a:t>t</a:t>
            </a:r>
            <a:r>
              <a:rPr b="0" lang="en-IN" sz="2450" spc="123" strike="noStrike">
                <a:latin typeface="Verdana"/>
              </a:rPr>
              <a:t>h</a:t>
            </a:r>
            <a:r>
              <a:rPr b="0" lang="en-IN" sz="2450" spc="239" strike="noStrike">
                <a:latin typeface="Verdana"/>
              </a:rPr>
              <a:t>m</a:t>
            </a:r>
            <a:r>
              <a:rPr b="0" lang="en-IN" sz="2450" spc="-72" strike="noStrike">
                <a:latin typeface="Verdana"/>
              </a:rPr>
              <a:t>s</a:t>
            </a:r>
            <a:r>
              <a:rPr b="0" lang="en-IN" sz="2450" spc="-216" strike="noStrike">
                <a:latin typeface="Verdana"/>
              </a:rPr>
              <a:t> </a:t>
            </a:r>
            <a:r>
              <a:rPr b="0" lang="en-IN" sz="2450" spc="-15" strike="noStrike">
                <a:latin typeface="Verdana"/>
              </a:rPr>
              <a:t>t</a:t>
            </a:r>
            <a:r>
              <a:rPr b="0" lang="en-IN" sz="2450" spc="58" strike="noStrike">
                <a:latin typeface="Verdana"/>
              </a:rPr>
              <a:t>o</a:t>
            </a:r>
            <a:r>
              <a:rPr b="0" lang="en-IN" sz="2450" spc="-216" strike="noStrike">
                <a:latin typeface="Verdana"/>
              </a:rPr>
              <a:t> </a:t>
            </a:r>
            <a:r>
              <a:rPr b="0" lang="en-IN" sz="2450" spc="94" strike="noStrike">
                <a:latin typeface="Verdana"/>
              </a:rPr>
              <a:t>c</a:t>
            </a:r>
            <a:r>
              <a:rPr b="0" lang="en-IN" sz="2450" spc="123" strike="noStrike">
                <a:latin typeface="Verdana"/>
              </a:rPr>
              <a:t>h</a:t>
            </a:r>
            <a:r>
              <a:rPr b="0" lang="en-IN" sz="2450" spc="58" strike="noStrike">
                <a:latin typeface="Verdana"/>
              </a:rPr>
              <a:t>oo</a:t>
            </a:r>
            <a:r>
              <a:rPr b="0" lang="en-IN" sz="2450" spc="-72" strike="noStrike">
                <a:latin typeface="Verdana"/>
              </a:rPr>
              <a:t>s</a:t>
            </a:r>
            <a:r>
              <a:rPr b="0" lang="en-IN" sz="2450" spc="32" strike="noStrike">
                <a:latin typeface="Verdana"/>
              </a:rPr>
              <a:t>e</a:t>
            </a:r>
            <a:r>
              <a:rPr b="0" lang="en-IN" sz="2450" spc="-216" strike="noStrike">
                <a:latin typeface="Verdana"/>
              </a:rPr>
              <a:t> </a:t>
            </a:r>
            <a:r>
              <a:rPr b="0" lang="en-IN" sz="2450" spc="168" strike="noStrike">
                <a:latin typeface="Verdana"/>
              </a:rPr>
              <a:t>f</a:t>
            </a:r>
            <a:r>
              <a:rPr b="0" lang="en-IN" sz="2450" spc="-92" strike="noStrike">
                <a:latin typeface="Verdana"/>
              </a:rPr>
              <a:t>r</a:t>
            </a:r>
            <a:r>
              <a:rPr b="0" lang="en-IN" sz="2450" spc="58" strike="noStrike">
                <a:latin typeface="Verdana"/>
              </a:rPr>
              <a:t>o</a:t>
            </a:r>
            <a:r>
              <a:rPr b="0" lang="en-IN" sz="2450" spc="-66" strike="noStrike">
                <a:latin typeface="Verdana"/>
              </a:rPr>
              <a:t>m,</a:t>
            </a:r>
            <a:r>
              <a:rPr b="0" lang="en-IN" sz="2450" spc="-216" strike="noStrike">
                <a:latin typeface="Verdana"/>
              </a:rPr>
              <a:t> </a:t>
            </a:r>
            <a:r>
              <a:rPr b="0" lang="en-IN" sz="2450" spc="-7" strike="noStrike">
                <a:latin typeface="Verdana"/>
              </a:rPr>
              <a:t>e</a:t>
            </a:r>
            <a:r>
              <a:rPr b="0" lang="en-IN" sz="2450" spc="-12" strike="noStrike">
                <a:latin typeface="Verdana"/>
              </a:rPr>
              <a:t>a</a:t>
            </a:r>
            <a:r>
              <a:rPr b="0" lang="en-IN" sz="2450" spc="94" strike="noStrike">
                <a:latin typeface="Verdana"/>
              </a:rPr>
              <a:t>c</a:t>
            </a:r>
            <a:r>
              <a:rPr b="0" lang="en-IN" sz="2450" spc="123" strike="noStrike">
                <a:latin typeface="Verdana"/>
              </a:rPr>
              <a:t>h</a:t>
            </a:r>
            <a:r>
              <a:rPr b="0" lang="en-IN" sz="2450" spc="-216" strike="noStrike">
                <a:latin typeface="Verdana"/>
              </a:rPr>
              <a:t> </a:t>
            </a:r>
            <a:r>
              <a:rPr b="0" lang="en-IN" sz="2450" spc="168" strike="noStrike">
                <a:latin typeface="Verdana"/>
              </a:rPr>
              <a:t>w</a:t>
            </a:r>
            <a:r>
              <a:rPr b="0" lang="en-IN" sz="2450" spc="-12" strike="noStrike">
                <a:latin typeface="Verdana"/>
              </a:rPr>
              <a:t>i</a:t>
            </a:r>
            <a:r>
              <a:rPr b="0" lang="en-IN" sz="2450" spc="32" strike="noStrike">
                <a:latin typeface="Verdana"/>
              </a:rPr>
              <a:t>t</a:t>
            </a:r>
            <a:r>
              <a:rPr b="0" lang="en-IN" sz="2450" spc="83" strike="noStrike">
                <a:latin typeface="Verdana"/>
              </a:rPr>
              <a:t>h  </a:t>
            </a:r>
            <a:r>
              <a:rPr b="0" lang="en-IN" sz="2450" spc="-12" strike="noStrike">
                <a:latin typeface="Verdana"/>
              </a:rPr>
              <a:t>i</a:t>
            </a:r>
            <a:r>
              <a:rPr b="0" lang="en-IN" sz="2450" spc="32" strike="noStrike">
                <a:latin typeface="Verdana"/>
              </a:rPr>
              <a:t>t</a:t>
            </a:r>
            <a:r>
              <a:rPr b="0" lang="en-IN" sz="2450" spc="-72" strike="noStrike">
                <a:latin typeface="Verdana"/>
              </a:rPr>
              <a:t>s</a:t>
            </a:r>
            <a:r>
              <a:rPr b="0" lang="en-IN" sz="2450" spc="-216" strike="noStrike">
                <a:latin typeface="Verdana"/>
              </a:rPr>
              <a:t> </a:t>
            </a:r>
            <a:r>
              <a:rPr b="0" lang="en-IN" sz="2450" spc="-72" strike="noStrike">
                <a:latin typeface="Verdana"/>
              </a:rPr>
              <a:t>s</a:t>
            </a:r>
            <a:r>
              <a:rPr b="0" lang="en-IN" sz="2450" spc="32" strike="noStrike">
                <a:latin typeface="Verdana"/>
              </a:rPr>
              <a:t>t</a:t>
            </a:r>
            <a:r>
              <a:rPr b="0" lang="en-IN" sz="2450" spc="-92" strike="noStrike">
                <a:latin typeface="Verdana"/>
              </a:rPr>
              <a:t>r</a:t>
            </a:r>
            <a:r>
              <a:rPr b="0" lang="en-IN" sz="2450" spc="32" strike="noStrike">
                <a:latin typeface="Verdana"/>
              </a:rPr>
              <a:t>e</a:t>
            </a:r>
            <a:r>
              <a:rPr b="0" lang="en-IN" sz="2450" spc="123" strike="noStrike">
                <a:latin typeface="Verdana"/>
              </a:rPr>
              <a:t>n</a:t>
            </a:r>
            <a:r>
              <a:rPr b="0" lang="en-IN" sz="2450" spc="103" strike="noStrike">
                <a:latin typeface="Verdana"/>
              </a:rPr>
              <a:t>gt</a:t>
            </a:r>
            <a:r>
              <a:rPr b="0" lang="en-IN" sz="2450" spc="123" strike="noStrike">
                <a:latin typeface="Verdana"/>
              </a:rPr>
              <a:t>h</a:t>
            </a:r>
            <a:r>
              <a:rPr b="0" lang="en-IN" sz="2450" spc="-72" strike="noStrike">
                <a:latin typeface="Verdana"/>
              </a:rPr>
              <a:t>s</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128" strike="noStrike">
                <a:latin typeface="Verdana"/>
              </a:rPr>
              <a:t>w</a:t>
            </a:r>
            <a:r>
              <a:rPr b="0" lang="en-IN" sz="2450" spc="-7" strike="noStrike">
                <a:latin typeface="Verdana"/>
              </a:rPr>
              <a:t>e</a:t>
            </a:r>
            <a:r>
              <a:rPr b="0" lang="en-IN" sz="2450" spc="-15" strike="noStrike">
                <a:latin typeface="Verdana"/>
              </a:rPr>
              <a:t>a</a:t>
            </a:r>
            <a:r>
              <a:rPr b="0" lang="en-IN" sz="2450" spc="12" strike="noStrike">
                <a:latin typeface="Verdana"/>
              </a:rPr>
              <a:t>k</a:t>
            </a:r>
            <a:r>
              <a:rPr b="0" lang="en-IN" sz="2450" spc="123" strike="noStrike">
                <a:latin typeface="Verdana"/>
              </a:rPr>
              <a:t>n</a:t>
            </a:r>
            <a:r>
              <a:rPr b="0" lang="en-IN" sz="2450" spc="32" strike="noStrike">
                <a:latin typeface="Verdana"/>
              </a:rPr>
              <a:t>e</a:t>
            </a:r>
            <a:r>
              <a:rPr b="0" lang="en-IN" sz="2450" spc="-72" strike="noStrike">
                <a:latin typeface="Verdana"/>
              </a:rPr>
              <a:t>ss</a:t>
            </a:r>
            <a:r>
              <a:rPr b="0" lang="en-IN" sz="2450" spc="32" strike="noStrike">
                <a:latin typeface="Verdana"/>
              </a:rPr>
              <a:t>e</a:t>
            </a:r>
            <a:r>
              <a:rPr b="0" lang="en-IN" sz="2450" spc="-72" strike="noStrike">
                <a:latin typeface="Verdana"/>
              </a:rPr>
              <a:t>s</a:t>
            </a:r>
            <a:r>
              <a:rPr b="0" lang="en-IN" sz="2450" spc="-372" strike="noStrike">
                <a:latin typeface="Verdana"/>
              </a:rPr>
              <a:t>.</a:t>
            </a:r>
            <a:r>
              <a:rPr b="0" lang="en-IN" sz="2450" spc="-216" strike="noStrike">
                <a:latin typeface="Verdana"/>
              </a:rPr>
              <a:t> </a:t>
            </a:r>
            <a:r>
              <a:rPr b="0" lang="en-IN" sz="2450" spc="-92" strike="noStrike">
                <a:latin typeface="Verdana"/>
              </a:rPr>
              <a:t>T</a:t>
            </a:r>
            <a:r>
              <a:rPr b="0" lang="en-IN" sz="2450" spc="123" strike="noStrike">
                <a:latin typeface="Verdana"/>
              </a:rPr>
              <a:t>h</a:t>
            </a:r>
            <a:r>
              <a:rPr b="0" lang="en-IN" sz="2450" spc="24" strike="noStrike">
                <a:latin typeface="Verdana"/>
              </a:rPr>
              <a:t>e  </a:t>
            </a:r>
            <a:r>
              <a:rPr b="0" lang="en-IN" sz="2450" spc="94" strike="noStrike">
                <a:latin typeface="Verdana"/>
              </a:rPr>
              <a:t>c</a:t>
            </a:r>
            <a:r>
              <a:rPr b="0" lang="en-IN" sz="2450" spc="123" strike="noStrike">
                <a:latin typeface="Verdana"/>
              </a:rPr>
              <a:t>h</a:t>
            </a:r>
            <a:r>
              <a:rPr b="0" lang="en-IN" sz="2450" spc="58" strike="noStrike">
                <a:latin typeface="Verdana"/>
              </a:rPr>
              <a:t>o</a:t>
            </a:r>
            <a:r>
              <a:rPr b="0" lang="en-IN" sz="2450" spc="-12" strike="noStrike">
                <a:latin typeface="Verdana"/>
              </a:rPr>
              <a:t>i</a:t>
            </a:r>
            <a:r>
              <a:rPr b="0" lang="en-IN" sz="2450" spc="89" strike="noStrike">
                <a:latin typeface="Verdana"/>
              </a:rPr>
              <a:t>c</a:t>
            </a:r>
            <a:r>
              <a:rPr b="0" lang="en-IN" sz="2450" spc="32" strike="noStrike">
                <a:latin typeface="Verdana"/>
              </a:rPr>
              <a:t>e</a:t>
            </a:r>
            <a:r>
              <a:rPr b="0" lang="en-IN" sz="2450" spc="-216" strike="noStrike">
                <a:latin typeface="Verdana"/>
              </a:rPr>
              <a:t> </a:t>
            </a:r>
            <a:r>
              <a:rPr b="0" lang="en-IN" sz="2450" spc="58" strike="noStrike">
                <a:latin typeface="Verdana"/>
              </a:rPr>
              <a:t>o</a:t>
            </a:r>
            <a:r>
              <a:rPr b="0" lang="en-IN" sz="2450" spc="-26" strike="noStrike">
                <a:latin typeface="Verdana"/>
              </a:rPr>
              <a:t>f</a:t>
            </a:r>
            <a:r>
              <a:rPr b="0" lang="en-IN" sz="2450" spc="-216" strike="noStrike">
                <a:latin typeface="Verdana"/>
              </a:rPr>
              <a:t> </a:t>
            </a:r>
            <a:r>
              <a:rPr b="0" lang="en-IN" sz="2450" spc="-15" strike="noStrike">
                <a:latin typeface="Verdana"/>
              </a:rPr>
              <a:t>a</a:t>
            </a:r>
            <a:r>
              <a:rPr b="0" lang="en-IN" sz="2450" spc="-12" strike="noStrike">
                <a:latin typeface="Verdana"/>
              </a:rPr>
              <a:t>l</a:t>
            </a:r>
            <a:r>
              <a:rPr b="0" lang="en-IN" sz="2450" spc="111" strike="noStrike">
                <a:latin typeface="Verdana"/>
              </a:rPr>
              <a:t>go</a:t>
            </a:r>
            <a:r>
              <a:rPr b="0" lang="en-IN" sz="2450" spc="-75" strike="noStrike">
                <a:latin typeface="Verdana"/>
              </a:rPr>
              <a:t>r</a:t>
            </a:r>
            <a:r>
              <a:rPr b="0" lang="en-IN" sz="2450" spc="-12" strike="noStrike">
                <a:latin typeface="Verdana"/>
              </a:rPr>
              <a:t>i</a:t>
            </a:r>
            <a:r>
              <a:rPr b="0" lang="en-IN" sz="2450" spc="32" strike="noStrike">
                <a:latin typeface="Verdana"/>
              </a:rPr>
              <a:t>t</a:t>
            </a:r>
            <a:r>
              <a:rPr b="0" lang="en-IN" sz="2450" spc="123" strike="noStrike">
                <a:latin typeface="Verdana"/>
              </a:rPr>
              <a:t>h</a:t>
            </a:r>
            <a:r>
              <a:rPr b="0" lang="en-IN" sz="2450" spc="239" strike="noStrike">
                <a:latin typeface="Verdana"/>
              </a:rPr>
              <a:t>m</a:t>
            </a:r>
            <a:r>
              <a:rPr b="0" lang="en-IN" sz="2450" spc="-216" strike="noStrike">
                <a:latin typeface="Verdana"/>
              </a:rPr>
              <a:t> </a:t>
            </a:r>
            <a:r>
              <a:rPr b="0" lang="en-IN" sz="2450" spc="148" strike="noStrike">
                <a:latin typeface="Verdana"/>
              </a:rPr>
              <a:t>d</a:t>
            </a:r>
            <a:r>
              <a:rPr b="0" lang="en-IN" sz="2450" spc="32" strike="noStrike">
                <a:latin typeface="Verdana"/>
              </a:rPr>
              <a:t>e</a:t>
            </a:r>
            <a:r>
              <a:rPr b="0" lang="en-IN" sz="2450" spc="148" strike="noStrike">
                <a:latin typeface="Verdana"/>
              </a:rPr>
              <a:t>p</a:t>
            </a:r>
            <a:r>
              <a:rPr b="0" lang="en-IN" sz="2450" spc="32" strike="noStrike">
                <a:latin typeface="Verdana"/>
              </a:rPr>
              <a:t>e</a:t>
            </a:r>
            <a:r>
              <a:rPr b="0" lang="en-IN" sz="2450" spc="123" strike="noStrike">
                <a:latin typeface="Verdana"/>
              </a:rPr>
              <a:t>n</a:t>
            </a:r>
            <a:r>
              <a:rPr b="0" lang="en-IN" sz="2450" spc="148" strike="noStrike">
                <a:latin typeface="Verdana"/>
              </a:rPr>
              <a:t>d</a:t>
            </a:r>
            <a:r>
              <a:rPr b="0" lang="en-IN" sz="2450" spc="-72" strike="noStrike">
                <a:latin typeface="Verdana"/>
              </a:rPr>
              <a:t>s</a:t>
            </a:r>
            <a:r>
              <a:rPr b="0" lang="en-IN" sz="2450" spc="-216" strike="noStrike">
                <a:latin typeface="Verdana"/>
              </a:rPr>
              <a:t> </a:t>
            </a:r>
            <a:r>
              <a:rPr b="0" lang="en-IN" sz="2450" spc="58" strike="noStrike">
                <a:latin typeface="Verdana"/>
              </a:rPr>
              <a:t>o</a:t>
            </a:r>
            <a:r>
              <a:rPr b="0" lang="en-IN" sz="2450" spc="123" strike="noStrike">
                <a:latin typeface="Verdana"/>
              </a:rPr>
              <a:t>n</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24" strike="noStrike">
                <a:latin typeface="Verdana"/>
              </a:rPr>
              <a:t>e  </a:t>
            </a:r>
            <a:r>
              <a:rPr b="0" lang="en-IN" sz="2450" spc="-72" strike="noStrike">
                <a:latin typeface="Verdana"/>
              </a:rPr>
              <a:t>s</a:t>
            </a:r>
            <a:r>
              <a:rPr b="0" lang="en-IN" sz="2450" spc="148" strike="noStrike">
                <a:latin typeface="Verdana"/>
              </a:rPr>
              <a:t>p</a:t>
            </a:r>
            <a:r>
              <a:rPr b="0" lang="en-IN" sz="2450" spc="32" strike="noStrike">
                <a:latin typeface="Verdana"/>
              </a:rPr>
              <a:t>e</a:t>
            </a:r>
            <a:r>
              <a:rPr b="0" lang="en-IN" sz="2450" spc="111" strike="noStrike">
                <a:latin typeface="Verdana"/>
              </a:rPr>
              <a:t>c</a:t>
            </a:r>
            <a:r>
              <a:rPr b="0" lang="en-IN" sz="2450" spc="-12" strike="noStrike">
                <a:latin typeface="Verdana"/>
              </a:rPr>
              <a:t>i</a:t>
            </a:r>
            <a:r>
              <a:rPr b="0" lang="en-IN" sz="2450" spc="168" strike="noStrike">
                <a:latin typeface="Verdana"/>
              </a:rPr>
              <a:t>ﬁ</a:t>
            </a:r>
            <a:r>
              <a:rPr b="0" lang="en-IN" sz="2450" spc="111" strike="noStrike">
                <a:latin typeface="Verdana"/>
              </a:rPr>
              <a:t>c</a:t>
            </a:r>
            <a:r>
              <a:rPr b="0" lang="en-IN" sz="2450" spc="-216" strike="noStrike">
                <a:latin typeface="Verdana"/>
              </a:rPr>
              <a:t> </a:t>
            </a:r>
            <a:r>
              <a:rPr b="0" lang="en-IN" sz="2450" spc="148" strike="noStrike">
                <a:latin typeface="Verdana"/>
              </a:rPr>
              <a:t>p</a:t>
            </a:r>
            <a:r>
              <a:rPr b="0" lang="en-IN" sz="2450" spc="-92" strike="noStrike">
                <a:latin typeface="Verdana"/>
              </a:rPr>
              <a:t>r</a:t>
            </a:r>
            <a:r>
              <a:rPr b="0" lang="en-IN" sz="2450" spc="58" strike="noStrike">
                <a:latin typeface="Verdana"/>
              </a:rPr>
              <a:t>o</a:t>
            </a:r>
            <a:r>
              <a:rPr b="0" lang="en-IN" sz="2450" spc="148" strike="noStrike">
                <a:latin typeface="Verdana"/>
              </a:rPr>
              <a:t>b</a:t>
            </a:r>
            <a:r>
              <a:rPr b="0" lang="en-IN" sz="2450" spc="-12" strike="noStrike">
                <a:latin typeface="Verdana"/>
              </a:rPr>
              <a:t>l</a:t>
            </a:r>
            <a:r>
              <a:rPr b="0" lang="en-IN" sz="2450" spc="32" strike="noStrike">
                <a:latin typeface="Verdana"/>
              </a:rPr>
              <a:t>e</a:t>
            </a:r>
            <a:r>
              <a:rPr b="0" lang="en-IN" sz="2450" spc="239" strike="noStrike">
                <a:latin typeface="Verdana"/>
              </a:rPr>
              <a:t>m</a:t>
            </a:r>
            <a:r>
              <a:rPr b="0" lang="en-IN" sz="2450" spc="-372" strike="noStrike">
                <a:latin typeface="Verdana"/>
              </a:rPr>
              <a:t>,</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72" strike="noStrike">
                <a:latin typeface="Verdana"/>
              </a:rPr>
              <a:t>s</a:t>
            </a:r>
            <a:r>
              <a:rPr b="0" lang="en-IN" sz="2450" spc="-12" strike="noStrike">
                <a:latin typeface="Verdana"/>
              </a:rPr>
              <a:t>i</a:t>
            </a:r>
            <a:r>
              <a:rPr b="0" lang="en-IN" sz="2450" spc="-52" strike="noStrike">
                <a:latin typeface="Verdana"/>
              </a:rPr>
              <a:t>z</a:t>
            </a:r>
            <a:r>
              <a:rPr b="0" lang="en-IN" sz="2450" spc="32" strike="noStrike">
                <a:latin typeface="Verdana"/>
              </a:rPr>
              <a:t>e</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03" strike="noStrike">
                <a:latin typeface="Verdana"/>
              </a:rPr>
              <a:t>d  </a:t>
            </a:r>
            <a:r>
              <a:rPr b="0" lang="en-IN" sz="2450" spc="89" strike="noStrike">
                <a:latin typeface="Verdana"/>
              </a:rPr>
              <a:t>c</a:t>
            </a:r>
            <a:r>
              <a:rPr b="0" lang="en-IN" sz="2450" spc="58" strike="noStrike">
                <a:latin typeface="Verdana"/>
              </a:rPr>
              <a:t>o</a:t>
            </a:r>
            <a:r>
              <a:rPr b="0" lang="en-IN" sz="2450" spc="239" strike="noStrike">
                <a:latin typeface="Verdana"/>
              </a:rPr>
              <a:t>m</a:t>
            </a:r>
            <a:r>
              <a:rPr b="0" lang="en-IN" sz="2450" spc="148" strike="noStrike">
                <a:latin typeface="Verdana"/>
              </a:rPr>
              <a:t>p</a:t>
            </a:r>
            <a:r>
              <a:rPr b="0" lang="en-IN" sz="2450" spc="-12" strike="noStrike">
                <a:latin typeface="Verdana"/>
              </a:rPr>
              <a:t>l</a:t>
            </a:r>
            <a:r>
              <a:rPr b="0" lang="en-IN" sz="2450" spc="-7" strike="noStrike">
                <a:latin typeface="Verdana"/>
              </a:rPr>
              <a:t>e</a:t>
            </a:r>
            <a:r>
              <a:rPr b="0" lang="en-IN" sz="2450" spc="-131" strike="noStrike">
                <a:latin typeface="Verdana"/>
              </a:rPr>
              <a:t>x</a:t>
            </a:r>
            <a:r>
              <a:rPr b="0" lang="en-IN" sz="2450" spc="-12" strike="noStrike">
                <a:latin typeface="Verdana"/>
              </a:rPr>
              <a:t>i</a:t>
            </a:r>
            <a:r>
              <a:rPr b="0" lang="en-IN" sz="2450" spc="9" strike="noStrike">
                <a:latin typeface="Verdana"/>
              </a:rPr>
              <a:t>t</a:t>
            </a:r>
            <a:r>
              <a:rPr b="0" lang="en-IN" sz="2450" spc="-111" strike="noStrike">
                <a:latin typeface="Verdana"/>
              </a:rPr>
              <a:t>y</a:t>
            </a:r>
            <a:r>
              <a:rPr b="0" lang="en-IN" sz="2450" spc="-216" strike="noStrike">
                <a:latin typeface="Verdana"/>
              </a:rPr>
              <a:t> </a:t>
            </a:r>
            <a:r>
              <a:rPr b="0" lang="en-IN" sz="2450" spc="58" strike="noStrike">
                <a:latin typeface="Verdana"/>
              </a:rPr>
              <a:t>o</a:t>
            </a:r>
            <a:r>
              <a:rPr b="0" lang="en-IN" sz="2450" spc="-26" strike="noStrike">
                <a:latin typeface="Verdana"/>
              </a:rPr>
              <a:t>f</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148" strike="noStrike">
                <a:latin typeface="Verdana"/>
              </a:rPr>
              <a:t>d</a:t>
            </a:r>
            <a:r>
              <a:rPr b="0" lang="en-IN" sz="2450" spc="-15" strike="noStrike">
                <a:latin typeface="Verdana"/>
              </a:rPr>
              <a:t>a</a:t>
            </a:r>
            <a:r>
              <a:rPr b="0" lang="en-IN" sz="2450" spc="32" strike="noStrike">
                <a:latin typeface="Verdana"/>
              </a:rPr>
              <a:t>t</a:t>
            </a:r>
            <a:r>
              <a:rPr b="0" lang="en-IN" sz="2450" spc="-15" strike="noStrike">
                <a:latin typeface="Verdana"/>
              </a:rPr>
              <a:t>a</a:t>
            </a:r>
            <a:r>
              <a:rPr b="0" lang="en-IN" sz="2450" spc="-72" strike="noStrike">
                <a:latin typeface="Verdana"/>
              </a:rPr>
              <a:t>s</a:t>
            </a:r>
            <a:r>
              <a:rPr b="0" lang="en-IN" sz="2450" spc="32" strike="noStrike">
                <a:latin typeface="Verdana"/>
              </a:rPr>
              <a:t>e</a:t>
            </a:r>
            <a:r>
              <a:rPr b="0" lang="en-IN" sz="2450" spc="52" strike="noStrike">
                <a:latin typeface="Verdana"/>
              </a:rPr>
              <a:t>t</a:t>
            </a:r>
            <a:r>
              <a:rPr b="0" lang="en-IN" sz="2450" spc="-372" strike="noStrike">
                <a:latin typeface="Verdana"/>
              </a:rPr>
              <a:t>,</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24" strike="noStrike">
                <a:latin typeface="Verdana"/>
              </a:rPr>
              <a:t>e  </a:t>
            </a:r>
            <a:r>
              <a:rPr b="0" lang="en-IN" sz="2450" spc="148" strike="noStrike">
                <a:latin typeface="Verdana"/>
              </a:rPr>
              <a:t>d</a:t>
            </a:r>
            <a:r>
              <a:rPr b="0" lang="en-IN" sz="2450" spc="32" strike="noStrike">
                <a:latin typeface="Verdana"/>
              </a:rPr>
              <a:t>e</a:t>
            </a:r>
            <a:r>
              <a:rPr b="0" lang="en-IN" sz="2450" spc="-72" strike="noStrike">
                <a:latin typeface="Verdana"/>
              </a:rPr>
              <a:t>s</a:t>
            </a:r>
            <a:r>
              <a:rPr b="0" lang="en-IN" sz="2450" spc="-12" strike="noStrike">
                <a:latin typeface="Verdana"/>
              </a:rPr>
              <a:t>i</a:t>
            </a:r>
            <a:r>
              <a:rPr b="0" lang="en-IN" sz="2450" spc="-92" strike="noStrike">
                <a:latin typeface="Verdana"/>
              </a:rPr>
              <a:t>r</a:t>
            </a:r>
            <a:r>
              <a:rPr b="0" lang="en-IN" sz="2450" spc="32" strike="noStrike">
                <a:latin typeface="Verdana"/>
              </a:rPr>
              <a:t>e</a:t>
            </a:r>
            <a:r>
              <a:rPr b="0" lang="en-IN" sz="2450" spc="148" strike="noStrike">
                <a:latin typeface="Verdana"/>
              </a:rPr>
              <a:t>d</a:t>
            </a:r>
            <a:r>
              <a:rPr b="0" lang="en-IN" sz="2450" spc="-216" strike="noStrike">
                <a:latin typeface="Verdana"/>
              </a:rPr>
              <a:t> </a:t>
            </a:r>
            <a:r>
              <a:rPr b="0" lang="en-IN" sz="2450" spc="-12" strike="noStrike">
                <a:latin typeface="Verdana"/>
              </a:rPr>
              <a:t>l</a:t>
            </a:r>
            <a:r>
              <a:rPr b="0" lang="en-IN" sz="2450" spc="9" strike="noStrike">
                <a:latin typeface="Verdana"/>
              </a:rPr>
              <a:t>e</a:t>
            </a:r>
            <a:r>
              <a:rPr b="0" lang="en-IN" sz="2450" spc="-151" strike="noStrike">
                <a:latin typeface="Verdana"/>
              </a:rPr>
              <a:t>v</a:t>
            </a:r>
            <a:r>
              <a:rPr b="0" lang="en-IN" sz="2450" spc="32" strike="noStrike">
                <a:latin typeface="Verdana"/>
              </a:rPr>
              <a:t>e</a:t>
            </a:r>
            <a:r>
              <a:rPr b="0" lang="en-IN" sz="2450" spc="-12" strike="noStrike">
                <a:latin typeface="Verdana"/>
              </a:rPr>
              <a:t>l</a:t>
            </a:r>
            <a:r>
              <a:rPr b="0" lang="en-IN" sz="2450" spc="-216" strike="noStrike">
                <a:latin typeface="Verdana"/>
              </a:rPr>
              <a:t> </a:t>
            </a:r>
            <a:r>
              <a:rPr b="0" lang="en-IN" sz="2450" spc="58" strike="noStrike">
                <a:latin typeface="Verdana"/>
              </a:rPr>
              <a:t>o</a:t>
            </a:r>
            <a:r>
              <a:rPr b="0" lang="en-IN" sz="2450" spc="-26" strike="noStrike">
                <a:latin typeface="Verdana"/>
              </a:rPr>
              <a:t>f</a:t>
            </a:r>
            <a:r>
              <a:rPr b="0" lang="en-IN" sz="2450" spc="-216" strike="noStrike">
                <a:latin typeface="Verdana"/>
              </a:rPr>
              <a:t> </a:t>
            </a:r>
            <a:r>
              <a:rPr b="0" lang="en-IN" sz="2450" spc="-12" strike="noStrike">
                <a:latin typeface="Verdana"/>
              </a:rPr>
              <a:t>a</a:t>
            </a:r>
            <a:r>
              <a:rPr b="0" lang="en-IN" sz="2450" spc="89" strike="noStrike">
                <a:latin typeface="Verdana"/>
              </a:rPr>
              <a:t>c</a:t>
            </a:r>
            <a:r>
              <a:rPr b="0" lang="en-IN" sz="2450" spc="111" strike="noStrike">
                <a:latin typeface="Verdana"/>
              </a:rPr>
              <a:t>cu</a:t>
            </a:r>
            <a:r>
              <a:rPr b="0" lang="en-IN" sz="2450" spc="-80" strike="noStrike">
                <a:latin typeface="Verdana"/>
              </a:rPr>
              <a:t>r</a:t>
            </a:r>
            <a:r>
              <a:rPr b="0" lang="en-IN" sz="2450" spc="-15" strike="noStrike">
                <a:latin typeface="Verdana"/>
              </a:rPr>
              <a:t>a</a:t>
            </a:r>
            <a:r>
              <a:rPr b="0" lang="en-IN" sz="2450" spc="94" strike="noStrike">
                <a:latin typeface="Verdana"/>
              </a:rPr>
              <a:t>c</a:t>
            </a:r>
            <a:r>
              <a:rPr b="0" lang="en-IN" sz="2450" spc="-197" strike="noStrike">
                <a:latin typeface="Verdana"/>
              </a:rPr>
              <a:t>y</a:t>
            </a:r>
            <a:r>
              <a:rPr b="0" lang="en-IN" sz="2450" spc="-372" strike="noStrike">
                <a:latin typeface="Verdana"/>
              </a:rPr>
              <a:t>.</a:t>
            </a:r>
            <a:r>
              <a:rPr b="0" lang="en-IN" sz="2450" spc="-216" strike="noStrike">
                <a:latin typeface="Verdana"/>
              </a:rPr>
              <a:t> </a:t>
            </a:r>
            <a:r>
              <a:rPr b="0" lang="en-IN" sz="2450" spc="4" strike="noStrike">
                <a:latin typeface="Verdana"/>
              </a:rPr>
              <a:t>C</a:t>
            </a:r>
            <a:r>
              <a:rPr b="0" lang="en-IN" sz="2450" spc="58" strike="noStrike">
                <a:latin typeface="Verdana"/>
              </a:rPr>
              <a:t>o</a:t>
            </a:r>
            <a:r>
              <a:rPr b="0" lang="en-IN" sz="2450" spc="239" strike="noStrike">
                <a:latin typeface="Verdana"/>
              </a:rPr>
              <a:t>mm</a:t>
            </a:r>
            <a:r>
              <a:rPr b="0" lang="en-IN" sz="2450" spc="58" strike="noStrike">
                <a:latin typeface="Verdana"/>
              </a:rPr>
              <a:t>o</a:t>
            </a:r>
            <a:r>
              <a:rPr b="0" lang="en-IN" sz="2450" spc="83" strike="noStrike">
                <a:latin typeface="Verdana"/>
              </a:rPr>
              <a:t>n  </a:t>
            </a:r>
            <a:r>
              <a:rPr b="0" lang="en-IN" sz="2450" spc="43" strike="noStrike">
                <a:latin typeface="Verdana"/>
              </a:rPr>
              <a:t>algorithms</a:t>
            </a:r>
            <a:r>
              <a:rPr b="0" lang="en-IN" sz="2450" spc="-216" strike="noStrike">
                <a:latin typeface="Verdana"/>
              </a:rPr>
              <a:t> </a:t>
            </a:r>
            <a:r>
              <a:rPr b="0" lang="en-IN" sz="2450" spc="69" strike="noStrike">
                <a:latin typeface="Verdana"/>
              </a:rPr>
              <a:t>include</a:t>
            </a:r>
            <a:r>
              <a:rPr b="0" lang="en-IN" sz="2450" spc="-216" strike="noStrike">
                <a:latin typeface="Verdana"/>
              </a:rPr>
              <a:t> </a:t>
            </a:r>
            <a:r>
              <a:rPr b="0" lang="en-IN" sz="2450" spc="32" strike="noStrike">
                <a:latin typeface="Verdana"/>
              </a:rPr>
              <a:t>logistic</a:t>
            </a:r>
            <a:r>
              <a:rPr b="0" lang="en-IN" sz="2450" spc="-216" strike="noStrike">
                <a:latin typeface="Verdana"/>
              </a:rPr>
              <a:t> </a:t>
            </a:r>
            <a:r>
              <a:rPr b="0" lang="en-IN" sz="2450" spc="-26" strike="noStrike">
                <a:latin typeface="Verdana"/>
              </a:rPr>
              <a:t>regression, </a:t>
            </a:r>
            <a:r>
              <a:rPr b="0" lang="en-IN" sz="2450" spc="-846" strike="noStrike">
                <a:latin typeface="Verdana"/>
              </a:rPr>
              <a:t> </a:t>
            </a:r>
            <a:r>
              <a:rPr b="0" lang="en-IN" sz="2450" spc="148" strike="noStrike">
                <a:latin typeface="Verdana"/>
              </a:rPr>
              <a:t>d</a:t>
            </a:r>
            <a:r>
              <a:rPr b="0" lang="en-IN" sz="2450" spc="32" strike="noStrike">
                <a:latin typeface="Verdana"/>
              </a:rPr>
              <a:t>e</a:t>
            </a:r>
            <a:r>
              <a:rPr b="0" lang="en-IN" sz="2450" spc="111" strike="noStrike">
                <a:latin typeface="Verdana"/>
              </a:rPr>
              <a:t>c</a:t>
            </a:r>
            <a:r>
              <a:rPr b="0" lang="en-IN" sz="2450" spc="-12" strike="noStrike">
                <a:latin typeface="Verdana"/>
              </a:rPr>
              <a:t>i</a:t>
            </a:r>
            <a:r>
              <a:rPr b="0" lang="en-IN" sz="2450" spc="-72" strike="noStrike">
                <a:latin typeface="Verdana"/>
              </a:rPr>
              <a:t>s</a:t>
            </a:r>
            <a:r>
              <a:rPr b="0" lang="en-IN" sz="2450" spc="-12" strike="noStrike">
                <a:latin typeface="Verdana"/>
              </a:rPr>
              <a:t>i</a:t>
            </a:r>
            <a:r>
              <a:rPr b="0" lang="en-IN" sz="2450" spc="58" strike="noStrike">
                <a:latin typeface="Verdana"/>
              </a:rPr>
              <a:t>o</a:t>
            </a:r>
            <a:r>
              <a:rPr b="0" lang="en-IN" sz="2450" spc="123" strike="noStrike">
                <a:latin typeface="Verdana"/>
              </a:rPr>
              <a:t>n</a:t>
            </a:r>
            <a:r>
              <a:rPr b="0" lang="en-IN" sz="2450" spc="-216" strike="noStrike">
                <a:latin typeface="Verdana"/>
              </a:rPr>
              <a:t> </a:t>
            </a:r>
            <a:r>
              <a:rPr b="0" lang="en-IN" sz="2450" spc="32" strike="noStrike">
                <a:latin typeface="Verdana"/>
              </a:rPr>
              <a:t>t</a:t>
            </a:r>
            <a:r>
              <a:rPr b="0" lang="en-IN" sz="2450" spc="-92" strike="noStrike">
                <a:latin typeface="Verdana"/>
              </a:rPr>
              <a:t>r</a:t>
            </a:r>
            <a:r>
              <a:rPr b="0" lang="en-IN" sz="2450" spc="32" strike="noStrike">
                <a:latin typeface="Verdana"/>
              </a:rPr>
              <a:t>ee</a:t>
            </a:r>
            <a:r>
              <a:rPr b="0" lang="en-IN" sz="2450" spc="-72" strike="noStrike">
                <a:latin typeface="Verdana"/>
              </a:rPr>
              <a:t>s</a:t>
            </a:r>
            <a:r>
              <a:rPr b="0" lang="en-IN" sz="2450" spc="-372" strike="noStrike">
                <a:latin typeface="Verdana"/>
              </a:rPr>
              <a:t>,</a:t>
            </a:r>
            <a:r>
              <a:rPr b="0" lang="en-IN" sz="2450" spc="-216" strike="noStrike">
                <a:latin typeface="Verdana"/>
              </a:rPr>
              <a:t> </a:t>
            </a:r>
            <a:r>
              <a:rPr b="0" lang="en-IN" sz="2450" spc="-80" strike="noStrike">
                <a:latin typeface="Verdana"/>
              </a:rPr>
              <a:t>r</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58" strike="noStrike">
                <a:latin typeface="Verdana"/>
              </a:rPr>
              <a:t>o</a:t>
            </a:r>
            <a:r>
              <a:rPr b="0" lang="en-IN" sz="2450" spc="239" strike="noStrike">
                <a:latin typeface="Verdana"/>
              </a:rPr>
              <a:t>m</a:t>
            </a:r>
            <a:r>
              <a:rPr b="0" lang="en-IN" sz="2450" spc="-216" strike="noStrike">
                <a:latin typeface="Verdana"/>
              </a:rPr>
              <a:t> </a:t>
            </a:r>
            <a:r>
              <a:rPr b="0" lang="en-IN" sz="2450" spc="-52" strike="noStrike">
                <a:latin typeface="Verdana"/>
              </a:rPr>
              <a:t>f</a:t>
            </a:r>
            <a:r>
              <a:rPr b="0" lang="en-IN" sz="2450" spc="58" strike="noStrike">
                <a:latin typeface="Verdana"/>
              </a:rPr>
              <a:t>o</a:t>
            </a:r>
            <a:r>
              <a:rPr b="0" lang="en-IN" sz="2450" spc="-92" strike="noStrike">
                <a:latin typeface="Verdana"/>
              </a:rPr>
              <a:t>r</a:t>
            </a:r>
            <a:r>
              <a:rPr b="0" lang="en-IN" sz="2450" spc="32" strike="noStrike">
                <a:latin typeface="Verdana"/>
              </a:rPr>
              <a:t>e</a:t>
            </a:r>
            <a:r>
              <a:rPr b="0" lang="en-IN" sz="2450" spc="-72" strike="noStrike">
                <a:latin typeface="Verdana"/>
              </a:rPr>
              <a:t>s</a:t>
            </a:r>
            <a:r>
              <a:rPr b="0" lang="en-IN" sz="2450" spc="32" strike="noStrike">
                <a:latin typeface="Verdana"/>
              </a:rPr>
              <a:t>t</a:t>
            </a:r>
            <a:r>
              <a:rPr b="0" lang="en-IN" sz="2450" spc="-72" strike="noStrike">
                <a:latin typeface="Verdana"/>
              </a:rPr>
              <a:t>s</a:t>
            </a:r>
            <a:r>
              <a:rPr b="0" lang="en-IN" sz="2450" spc="-361" strike="noStrike">
                <a:latin typeface="Verdana"/>
              </a:rPr>
              <a:t>,  </a:t>
            </a:r>
            <a:r>
              <a:rPr b="0" lang="en-IN" sz="2450" spc="-72" strike="noStrike">
                <a:latin typeface="Verdana"/>
              </a:rPr>
              <a:t>s</a:t>
            </a:r>
            <a:r>
              <a:rPr b="0" lang="en-IN" sz="2450" spc="128" strike="noStrike">
                <a:latin typeface="Verdana"/>
              </a:rPr>
              <a:t>up</a:t>
            </a:r>
            <a:r>
              <a:rPr b="0" lang="en-IN" sz="2450" spc="148" strike="noStrike">
                <a:latin typeface="Verdana"/>
              </a:rPr>
              <a:t>p</a:t>
            </a:r>
            <a:r>
              <a:rPr b="0" lang="en-IN" sz="2450" spc="58" strike="noStrike">
                <a:latin typeface="Verdana"/>
              </a:rPr>
              <a:t>o</a:t>
            </a:r>
            <a:r>
              <a:rPr b="0" lang="en-IN" sz="2450" spc="-21" strike="noStrike">
                <a:latin typeface="Verdana"/>
              </a:rPr>
              <a:t>r</a:t>
            </a:r>
            <a:r>
              <a:rPr b="0" lang="en-IN" sz="2450" spc="32" strike="noStrike">
                <a:latin typeface="Verdana"/>
              </a:rPr>
              <a:t>t</a:t>
            </a:r>
            <a:r>
              <a:rPr b="0" lang="en-IN" sz="2450" spc="-216" strike="noStrike">
                <a:latin typeface="Verdana"/>
              </a:rPr>
              <a:t> </a:t>
            </a:r>
            <a:r>
              <a:rPr b="0" lang="en-IN" sz="2450" spc="-151" strike="noStrike">
                <a:latin typeface="Verdana"/>
              </a:rPr>
              <a:t>v</a:t>
            </a:r>
            <a:r>
              <a:rPr b="0" lang="en-IN" sz="2450" spc="32" strike="noStrike">
                <a:latin typeface="Verdana"/>
              </a:rPr>
              <a:t>e</a:t>
            </a:r>
            <a:r>
              <a:rPr b="0" lang="en-IN" sz="2450" spc="123" strike="noStrike">
                <a:latin typeface="Verdana"/>
              </a:rPr>
              <a:t>c</a:t>
            </a:r>
            <a:r>
              <a:rPr b="0" lang="en-IN" sz="2450" spc="-15" strike="noStrike">
                <a:latin typeface="Verdana"/>
              </a:rPr>
              <a:t>t</a:t>
            </a:r>
            <a:r>
              <a:rPr b="0" lang="en-IN" sz="2450" spc="58" strike="noStrike">
                <a:latin typeface="Verdana"/>
              </a:rPr>
              <a:t>o</a:t>
            </a:r>
            <a:r>
              <a:rPr b="0" lang="en-IN" sz="2450" spc="-55" strike="noStrike">
                <a:latin typeface="Verdana"/>
              </a:rPr>
              <a:t>r</a:t>
            </a:r>
            <a:r>
              <a:rPr b="0" lang="en-IN" sz="2450" spc="-216" strike="noStrike">
                <a:latin typeface="Verdana"/>
              </a:rPr>
              <a:t> </a:t>
            </a:r>
            <a:r>
              <a:rPr b="0" lang="en-IN" sz="2450" spc="239" strike="noStrike">
                <a:latin typeface="Verdana"/>
              </a:rPr>
              <a:t>m</a:t>
            </a:r>
            <a:r>
              <a:rPr b="0" lang="en-IN" sz="2450" spc="-12" strike="noStrike">
                <a:latin typeface="Verdana"/>
              </a:rPr>
              <a:t>a</a:t>
            </a:r>
            <a:r>
              <a:rPr b="0" lang="en-IN" sz="2450" spc="94" strike="noStrike">
                <a:latin typeface="Verdana"/>
              </a:rPr>
              <a:t>c</a:t>
            </a:r>
            <a:r>
              <a:rPr b="0" lang="en-IN" sz="2450" spc="123" strike="noStrike">
                <a:latin typeface="Verdana"/>
              </a:rPr>
              <a:t>h</a:t>
            </a:r>
            <a:r>
              <a:rPr b="0" lang="en-IN" sz="2450" spc="-12" strike="noStrike">
                <a:latin typeface="Verdana"/>
              </a:rPr>
              <a:t>i</a:t>
            </a:r>
            <a:r>
              <a:rPr b="0" lang="en-IN" sz="2450" spc="123" strike="noStrike">
                <a:latin typeface="Verdana"/>
              </a:rPr>
              <a:t>n</a:t>
            </a:r>
            <a:r>
              <a:rPr b="0" lang="en-IN" sz="2450" spc="32" strike="noStrike">
                <a:latin typeface="Verdana"/>
              </a:rPr>
              <a:t>e</a:t>
            </a:r>
            <a:r>
              <a:rPr b="0" lang="en-IN" sz="2450" spc="-72" strike="noStrike">
                <a:latin typeface="Verdana"/>
              </a:rPr>
              <a:t>s</a:t>
            </a:r>
            <a:r>
              <a:rPr b="0" lang="en-IN" sz="2450" spc="-372" strike="noStrike">
                <a:latin typeface="Verdana"/>
              </a:rPr>
              <a:t>,</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123" strike="noStrike">
                <a:latin typeface="Verdana"/>
              </a:rPr>
              <a:t>n</a:t>
            </a:r>
            <a:r>
              <a:rPr b="0" lang="en-IN" sz="2450" spc="32" strike="noStrike">
                <a:latin typeface="Verdana"/>
              </a:rPr>
              <a:t>e</a:t>
            </a:r>
            <a:r>
              <a:rPr b="0" lang="en-IN" sz="2450" spc="111" strike="noStrike">
                <a:latin typeface="Verdana"/>
              </a:rPr>
              <a:t>u</a:t>
            </a:r>
            <a:r>
              <a:rPr b="0" lang="en-IN" sz="2450" spc="-80" strike="noStrike">
                <a:latin typeface="Verdana"/>
              </a:rPr>
              <a:t>r</a:t>
            </a:r>
            <a:r>
              <a:rPr b="0" lang="en-IN" sz="2450" spc="-15" strike="noStrike">
                <a:latin typeface="Verdana"/>
              </a:rPr>
              <a:t>a</a:t>
            </a:r>
            <a:r>
              <a:rPr b="0" lang="en-IN" sz="2450" spc="-12" strike="noStrike">
                <a:latin typeface="Verdana"/>
              </a:rPr>
              <a:t>l  </a:t>
            </a:r>
            <a:r>
              <a:rPr b="0" lang="en-IN" sz="2450" spc="-21" strike="noStrike">
                <a:latin typeface="Verdana"/>
              </a:rPr>
              <a:t>networks.</a:t>
            </a:r>
            <a:endParaRPr b="0" lang="en-IN" sz="245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7" name="object 2"/>
          <p:cNvSpPr/>
          <p:nvPr/>
        </p:nvSpPr>
        <p:spPr>
          <a:xfrm>
            <a:off x="0" y="0"/>
            <a:ext cx="18287640" cy="10286640"/>
          </a:xfrm>
          <a:custGeom>
            <a:avLst/>
            <a:gdLst/>
            <a:ahLst/>
            <a:rect l="l" t="t" r="r" b="b"/>
            <a:pathLst>
              <a:path w="18288000" h="10287000">
                <a:moveTo>
                  <a:pt x="0" y="0"/>
                </a:moveTo>
                <a:lnTo>
                  <a:pt x="18287999" y="0"/>
                </a:lnTo>
                <a:lnTo>
                  <a:pt x="18287999" y="10286999"/>
                </a:lnTo>
                <a:lnTo>
                  <a:pt x="0" y="10286999"/>
                </a:lnTo>
                <a:lnTo>
                  <a:pt x="0" y="0"/>
                </a:lnTo>
                <a:close/>
              </a:path>
            </a:pathLst>
          </a:custGeom>
          <a:solidFill>
            <a:srgbClr val="000000"/>
          </a:solidFill>
          <a:ln w="0">
            <a:noFill/>
          </a:ln>
        </p:spPr>
        <p:style>
          <a:lnRef idx="0"/>
          <a:fillRef idx="0"/>
          <a:effectRef idx="0"/>
          <a:fontRef idx="minor"/>
        </p:style>
      </p:sp>
      <p:sp>
        <p:nvSpPr>
          <p:cNvPr id="118" name="PlaceHolder 1"/>
          <p:cNvSpPr>
            <a:spLocks noGrp="1"/>
          </p:cNvSpPr>
          <p:nvPr>
            <p:ph type="title"/>
          </p:nvPr>
        </p:nvSpPr>
        <p:spPr>
          <a:xfrm>
            <a:off x="2423160" y="2064960"/>
            <a:ext cx="13441680" cy="1733760"/>
          </a:xfrm>
          <a:prstGeom prst="rect">
            <a:avLst/>
          </a:prstGeom>
          <a:noFill/>
          <a:ln w="0">
            <a:noFill/>
          </a:ln>
        </p:spPr>
        <p:txBody>
          <a:bodyPr lIns="0" rIns="0" tIns="15840" bIns="0" anchor="t">
            <a:noAutofit/>
          </a:bodyPr>
          <a:p>
            <a:pPr marL="8651880">
              <a:lnSpc>
                <a:spcPct val="100000"/>
              </a:lnSpc>
              <a:spcBef>
                <a:spcPts val="125"/>
              </a:spcBef>
              <a:buNone/>
            </a:pPr>
            <a:r>
              <a:rPr b="1" lang="en-IN" sz="4650" spc="157" strike="noStrike">
                <a:solidFill>
                  <a:srgbClr val="ffffff"/>
                </a:solidFill>
                <a:latin typeface="Times New Roman"/>
              </a:rPr>
              <a:t>Model</a:t>
            </a:r>
            <a:r>
              <a:rPr b="1" lang="en-IN" sz="4650" spc="-114" strike="noStrike">
                <a:solidFill>
                  <a:srgbClr val="ffffff"/>
                </a:solidFill>
                <a:latin typeface="Times New Roman"/>
              </a:rPr>
              <a:t> </a:t>
            </a:r>
            <a:r>
              <a:rPr b="1" lang="en-IN" sz="4650" spc="123" strike="noStrike">
                <a:solidFill>
                  <a:srgbClr val="ffffff"/>
                </a:solidFill>
                <a:latin typeface="Times New Roman"/>
              </a:rPr>
              <a:t>Evaluation</a:t>
            </a:r>
            <a:endParaRPr b="0" lang="en-IN" sz="4650" spc="-1" strike="noStrike">
              <a:latin typeface="Calibri"/>
            </a:endParaRPr>
          </a:p>
        </p:txBody>
      </p:sp>
      <p:sp>
        <p:nvSpPr>
          <p:cNvPr id="119" name="object 4"/>
          <p:cNvSpPr/>
          <p:nvPr/>
        </p:nvSpPr>
        <p:spPr>
          <a:xfrm>
            <a:off x="11062080" y="3211560"/>
            <a:ext cx="5420520" cy="6480000"/>
          </a:xfrm>
          <a:prstGeom prst="rect">
            <a:avLst/>
          </a:prstGeom>
          <a:noFill/>
          <a:ln w="0">
            <a:noFill/>
          </a:ln>
        </p:spPr>
        <p:style>
          <a:lnRef idx="0"/>
          <a:fillRef idx="0"/>
          <a:effectRef idx="0"/>
          <a:fontRef idx="minor"/>
        </p:style>
        <p:txBody>
          <a:bodyPr lIns="0" rIns="0" tIns="8280" bIns="0" anchor="t">
            <a:spAutoFit/>
          </a:bodyPr>
          <a:p>
            <a:pPr marL="12600">
              <a:lnSpc>
                <a:spcPct val="102000"/>
              </a:lnSpc>
              <a:spcBef>
                <a:spcPts val="65"/>
              </a:spcBef>
              <a:buNone/>
            </a:pPr>
            <a:r>
              <a:rPr b="0" lang="en-IN" sz="2450" spc="267" strike="noStrike">
                <a:solidFill>
                  <a:srgbClr val="ffffff"/>
                </a:solidFill>
                <a:latin typeface="Tahoma"/>
              </a:rPr>
              <a:t>Once</a:t>
            </a:r>
            <a:r>
              <a:rPr b="0" lang="en-IN" sz="2450" spc="-131" strike="noStrike">
                <a:solidFill>
                  <a:srgbClr val="ffffff"/>
                </a:solidFill>
                <a:latin typeface="Tahoma"/>
              </a:rPr>
              <a:t> </a:t>
            </a:r>
            <a:r>
              <a:rPr b="0" lang="en-IN" sz="2450" spc="168" strike="noStrike">
                <a:solidFill>
                  <a:srgbClr val="ffffff"/>
                </a:solidFill>
                <a:latin typeface="Tahoma"/>
              </a:rPr>
              <a:t>a</a:t>
            </a:r>
            <a:r>
              <a:rPr b="0" lang="en-IN" sz="2450" spc="-131" strike="noStrike">
                <a:solidFill>
                  <a:srgbClr val="ffffff"/>
                </a:solidFill>
                <a:latin typeface="Tahoma"/>
              </a:rPr>
              <a:t> </a:t>
            </a:r>
            <a:r>
              <a:rPr b="0" lang="en-IN" sz="2450" spc="267" strike="noStrike">
                <a:solidFill>
                  <a:srgbClr val="ffffff"/>
                </a:solidFill>
                <a:latin typeface="Tahoma"/>
              </a:rPr>
              <a:t>machine</a:t>
            </a:r>
            <a:r>
              <a:rPr b="0" lang="en-IN" sz="2450" spc="-131" strike="noStrike">
                <a:solidFill>
                  <a:srgbClr val="ffffff"/>
                </a:solidFill>
                <a:latin typeface="Tahoma"/>
              </a:rPr>
              <a:t> </a:t>
            </a:r>
            <a:r>
              <a:rPr b="0" lang="en-IN" sz="2450" spc="199" strike="noStrike">
                <a:solidFill>
                  <a:srgbClr val="ffffff"/>
                </a:solidFill>
                <a:latin typeface="Tahoma"/>
              </a:rPr>
              <a:t>learning</a:t>
            </a:r>
            <a:r>
              <a:rPr b="0" lang="en-IN" sz="2450" spc="-131" strike="noStrike">
                <a:solidFill>
                  <a:srgbClr val="ffffff"/>
                </a:solidFill>
                <a:latin typeface="Tahoma"/>
              </a:rPr>
              <a:t> </a:t>
            </a:r>
            <a:r>
              <a:rPr b="0" lang="en-IN" sz="2450" spc="284" strike="noStrike">
                <a:solidFill>
                  <a:srgbClr val="ffffff"/>
                </a:solidFill>
                <a:latin typeface="Tahoma"/>
              </a:rPr>
              <a:t>model</a:t>
            </a:r>
            <a:r>
              <a:rPr b="0" lang="en-IN" sz="2450" spc="-131" strike="noStrike">
                <a:solidFill>
                  <a:srgbClr val="ffffff"/>
                </a:solidFill>
                <a:latin typeface="Tahoma"/>
              </a:rPr>
              <a:t> </a:t>
            </a:r>
            <a:r>
              <a:rPr b="0" lang="en-IN" sz="2450" spc="109" strike="noStrike">
                <a:solidFill>
                  <a:srgbClr val="ffffff"/>
                </a:solidFill>
                <a:latin typeface="Tahoma"/>
              </a:rPr>
              <a:t>is </a:t>
            </a:r>
            <a:r>
              <a:rPr b="0" lang="en-IN" sz="2450" spc="-752" strike="noStrike">
                <a:solidFill>
                  <a:srgbClr val="ffffff"/>
                </a:solidFill>
                <a:latin typeface="Tahoma"/>
              </a:rPr>
              <a:t> </a:t>
            </a:r>
            <a:r>
              <a:rPr b="0" lang="en-IN" sz="2450" spc="143" strike="noStrike">
                <a:solidFill>
                  <a:srgbClr val="ffffff"/>
                </a:solidFill>
                <a:latin typeface="Tahoma"/>
              </a:rPr>
              <a:t>trained,</a:t>
            </a:r>
            <a:r>
              <a:rPr b="0" lang="en-IN" sz="2450" spc="-131" strike="noStrike">
                <a:solidFill>
                  <a:srgbClr val="ffffff"/>
                </a:solidFill>
                <a:latin typeface="Tahoma"/>
              </a:rPr>
              <a:t> </a:t>
            </a:r>
            <a:r>
              <a:rPr b="0" lang="en-IN" sz="2450" spc="143" strike="noStrike">
                <a:solidFill>
                  <a:srgbClr val="ffffff"/>
                </a:solidFill>
                <a:latin typeface="Tahoma"/>
              </a:rPr>
              <a:t>it</a:t>
            </a:r>
            <a:r>
              <a:rPr b="0" lang="en-IN" sz="2450" spc="-126" strike="noStrike">
                <a:solidFill>
                  <a:srgbClr val="ffffff"/>
                </a:solidFill>
                <a:latin typeface="Tahoma"/>
              </a:rPr>
              <a:t> </a:t>
            </a:r>
            <a:r>
              <a:rPr b="0" lang="en-IN" sz="2450" spc="287" strike="noStrike">
                <a:solidFill>
                  <a:srgbClr val="ffffff"/>
                </a:solidFill>
                <a:latin typeface="Tahoma"/>
              </a:rPr>
              <a:t>must</a:t>
            </a:r>
            <a:r>
              <a:rPr b="0" lang="en-IN" sz="2450" spc="-126" strike="noStrike">
                <a:solidFill>
                  <a:srgbClr val="ffffff"/>
                </a:solidFill>
                <a:latin typeface="Tahoma"/>
              </a:rPr>
              <a:t> </a:t>
            </a:r>
            <a:r>
              <a:rPr b="0" lang="en-IN" sz="2450" spc="259" strike="noStrike">
                <a:solidFill>
                  <a:srgbClr val="ffffff"/>
                </a:solidFill>
                <a:latin typeface="Tahoma"/>
              </a:rPr>
              <a:t>be</a:t>
            </a:r>
            <a:r>
              <a:rPr b="0" lang="en-IN" sz="2450" spc="-131" strike="noStrike">
                <a:solidFill>
                  <a:srgbClr val="ffffff"/>
                </a:solidFill>
                <a:latin typeface="Tahoma"/>
              </a:rPr>
              <a:t> </a:t>
            </a:r>
            <a:r>
              <a:rPr b="0" lang="en-IN" sz="2450" spc="182" strike="noStrike">
                <a:solidFill>
                  <a:srgbClr val="ffffff"/>
                </a:solidFill>
                <a:latin typeface="Tahoma"/>
              </a:rPr>
              <a:t>evaluated</a:t>
            </a:r>
            <a:r>
              <a:rPr b="0" lang="en-IN" sz="2450" spc="-126" strike="noStrike">
                <a:solidFill>
                  <a:srgbClr val="ffffff"/>
                </a:solidFill>
                <a:latin typeface="Tahoma"/>
              </a:rPr>
              <a:t> </a:t>
            </a:r>
            <a:r>
              <a:rPr b="0" lang="en-IN" sz="2450" spc="262" strike="noStrike">
                <a:solidFill>
                  <a:srgbClr val="ffffff"/>
                </a:solidFill>
                <a:latin typeface="Tahoma"/>
              </a:rPr>
              <a:t>on</a:t>
            </a:r>
            <a:r>
              <a:rPr b="0" lang="en-IN" sz="2450" spc="-126" strike="noStrike">
                <a:solidFill>
                  <a:srgbClr val="ffffff"/>
                </a:solidFill>
                <a:latin typeface="Tahoma"/>
              </a:rPr>
              <a:t> </a:t>
            </a:r>
            <a:r>
              <a:rPr b="0" lang="en-IN" sz="2450" spc="168" strike="noStrike">
                <a:solidFill>
                  <a:srgbClr val="ffffff"/>
                </a:solidFill>
                <a:latin typeface="Tahoma"/>
              </a:rPr>
              <a:t>a </a:t>
            </a:r>
            <a:r>
              <a:rPr b="0" lang="en-IN" sz="2450" spc="174" strike="noStrike">
                <a:solidFill>
                  <a:srgbClr val="ffffff"/>
                </a:solidFill>
                <a:latin typeface="Tahoma"/>
              </a:rPr>
              <a:t> separate </a:t>
            </a:r>
            <a:r>
              <a:rPr b="0" lang="en-IN" sz="2450" spc="194" strike="noStrike">
                <a:solidFill>
                  <a:srgbClr val="ffffff"/>
                </a:solidFill>
                <a:latin typeface="Tahoma"/>
              </a:rPr>
              <a:t>dataset </a:t>
            </a:r>
            <a:r>
              <a:rPr b="0" lang="en-IN" sz="2450" spc="174" strike="noStrike">
                <a:solidFill>
                  <a:srgbClr val="ffffff"/>
                </a:solidFill>
                <a:latin typeface="Tahoma"/>
              </a:rPr>
              <a:t>to </a:t>
            </a:r>
            <a:r>
              <a:rPr b="0" lang="en-IN" sz="2450" spc="137" strike="noStrike">
                <a:solidFill>
                  <a:srgbClr val="ffffff"/>
                </a:solidFill>
                <a:latin typeface="Tahoma"/>
              </a:rPr>
              <a:t>assess </a:t>
            </a:r>
            <a:r>
              <a:rPr b="0" lang="en-IN" sz="2450" spc="134" strike="noStrike">
                <a:solidFill>
                  <a:srgbClr val="ffffff"/>
                </a:solidFill>
                <a:latin typeface="Tahoma"/>
              </a:rPr>
              <a:t>its </a:t>
            </a:r>
            <a:r>
              <a:rPr b="0" lang="en-IN" sz="2450" spc="137" strike="noStrike">
                <a:solidFill>
                  <a:srgbClr val="ffffff"/>
                </a:solidFill>
                <a:latin typeface="Tahoma"/>
              </a:rPr>
              <a:t> </a:t>
            </a:r>
            <a:r>
              <a:rPr b="0" lang="en-IN" sz="2450" spc="194" strike="noStrike">
                <a:solidFill>
                  <a:srgbClr val="ffffff"/>
                </a:solidFill>
                <a:latin typeface="Tahoma"/>
              </a:rPr>
              <a:t>accuracy</a:t>
            </a:r>
            <a:r>
              <a:rPr b="0" lang="en-IN" sz="2450" spc="-126" strike="noStrike">
                <a:solidFill>
                  <a:srgbClr val="ffffff"/>
                </a:solidFill>
                <a:latin typeface="Tahoma"/>
              </a:rPr>
              <a:t> </a:t>
            </a:r>
            <a:r>
              <a:rPr b="0" lang="en-IN" sz="2450" spc="262" strike="noStrike">
                <a:solidFill>
                  <a:srgbClr val="ffffff"/>
                </a:solidFill>
                <a:latin typeface="Tahoma"/>
              </a:rPr>
              <a:t>and</a:t>
            </a:r>
            <a:r>
              <a:rPr b="0" lang="en-IN" sz="2450" spc="-120" strike="noStrike">
                <a:solidFill>
                  <a:srgbClr val="ffffff"/>
                </a:solidFill>
                <a:latin typeface="Tahoma"/>
              </a:rPr>
              <a:t> </a:t>
            </a:r>
            <a:r>
              <a:rPr b="0" lang="en-IN" sz="2450" spc="143" strike="noStrike">
                <a:solidFill>
                  <a:srgbClr val="ffffff"/>
                </a:solidFill>
                <a:latin typeface="Tahoma"/>
              </a:rPr>
              <a:t>generalizability.</a:t>
            </a:r>
            <a:r>
              <a:rPr b="0" lang="en-IN" sz="2450" spc="-126" strike="noStrike">
                <a:solidFill>
                  <a:srgbClr val="ffffff"/>
                </a:solidFill>
                <a:latin typeface="Tahoma"/>
              </a:rPr>
              <a:t> </a:t>
            </a:r>
            <a:r>
              <a:rPr b="0" lang="en-IN" sz="2450" spc="128" strike="noStrike">
                <a:solidFill>
                  <a:srgbClr val="ffffff"/>
                </a:solidFill>
                <a:latin typeface="Tahoma"/>
              </a:rPr>
              <a:t>This </a:t>
            </a:r>
            <a:r>
              <a:rPr b="0" lang="en-IN" sz="2450" spc="-752" strike="noStrike">
                <a:solidFill>
                  <a:srgbClr val="ffffff"/>
                </a:solidFill>
                <a:latin typeface="Tahoma"/>
              </a:rPr>
              <a:t> </a:t>
            </a:r>
            <a:r>
              <a:rPr b="0" lang="en-IN" sz="2450" spc="182" strike="noStrike">
                <a:solidFill>
                  <a:srgbClr val="ffffff"/>
                </a:solidFill>
                <a:latin typeface="Tahoma"/>
              </a:rPr>
              <a:t>process </a:t>
            </a:r>
            <a:r>
              <a:rPr b="0" lang="en-IN" sz="2450" spc="148" strike="noStrike">
                <a:solidFill>
                  <a:srgbClr val="ffffff"/>
                </a:solidFill>
                <a:latin typeface="Tahoma"/>
              </a:rPr>
              <a:t>involves </a:t>
            </a:r>
            <a:r>
              <a:rPr b="0" lang="en-IN" sz="2450" spc="214" strike="noStrike">
                <a:solidFill>
                  <a:srgbClr val="ffffff"/>
                </a:solidFill>
                <a:latin typeface="Tahoma"/>
              </a:rPr>
              <a:t>metrics </a:t>
            </a:r>
            <a:r>
              <a:rPr b="0" lang="en-IN" sz="2450" spc="239" strike="noStrike">
                <a:solidFill>
                  <a:srgbClr val="ffffff"/>
                </a:solidFill>
                <a:latin typeface="Tahoma"/>
              </a:rPr>
              <a:t>such </a:t>
            </a:r>
            <a:r>
              <a:rPr b="0" lang="en-IN" sz="2450" spc="143" strike="noStrike">
                <a:solidFill>
                  <a:srgbClr val="ffffff"/>
                </a:solidFill>
                <a:latin typeface="Tahoma"/>
              </a:rPr>
              <a:t>as </a:t>
            </a:r>
            <a:r>
              <a:rPr b="0" lang="en-IN" sz="2450" spc="148" strike="noStrike">
                <a:solidFill>
                  <a:srgbClr val="ffffff"/>
                </a:solidFill>
                <a:latin typeface="Tahoma"/>
              </a:rPr>
              <a:t> precision,</a:t>
            </a:r>
            <a:r>
              <a:rPr b="0" lang="en-IN" sz="2450" spc="-131" strike="noStrike">
                <a:solidFill>
                  <a:srgbClr val="ffffff"/>
                </a:solidFill>
                <a:latin typeface="Tahoma"/>
              </a:rPr>
              <a:t> </a:t>
            </a:r>
            <a:r>
              <a:rPr b="0" lang="en-IN" sz="2450" spc="97" strike="noStrike">
                <a:solidFill>
                  <a:srgbClr val="ffffff"/>
                </a:solidFill>
                <a:latin typeface="Tahoma"/>
              </a:rPr>
              <a:t>recall,</a:t>
            </a:r>
            <a:r>
              <a:rPr b="0" lang="en-IN" sz="2450" spc="-131" strike="noStrike">
                <a:solidFill>
                  <a:srgbClr val="ffffff"/>
                </a:solidFill>
                <a:latin typeface="Tahoma"/>
              </a:rPr>
              <a:t> </a:t>
            </a:r>
            <a:r>
              <a:rPr b="0" lang="en-IN" sz="2450" spc="-60" strike="noStrike">
                <a:solidFill>
                  <a:srgbClr val="ffffff"/>
                </a:solidFill>
                <a:latin typeface="Tahoma"/>
              </a:rPr>
              <a:t>F1</a:t>
            </a:r>
            <a:r>
              <a:rPr b="0" lang="en-IN" sz="2450" spc="-126" strike="noStrike">
                <a:solidFill>
                  <a:srgbClr val="ffffff"/>
                </a:solidFill>
                <a:latin typeface="Tahoma"/>
              </a:rPr>
              <a:t> </a:t>
            </a:r>
            <a:r>
              <a:rPr b="0" lang="en-IN" sz="2450" spc="103" strike="noStrike">
                <a:solidFill>
                  <a:srgbClr val="ffffff"/>
                </a:solidFill>
                <a:latin typeface="Tahoma"/>
              </a:rPr>
              <a:t>score,</a:t>
            </a:r>
            <a:r>
              <a:rPr b="0" lang="en-IN" sz="2450" spc="-131" strike="noStrike">
                <a:solidFill>
                  <a:srgbClr val="ffffff"/>
                </a:solidFill>
                <a:latin typeface="Tahoma"/>
              </a:rPr>
              <a:t> </a:t>
            </a:r>
            <a:r>
              <a:rPr b="0" lang="en-IN" sz="2450" spc="262" strike="noStrike">
                <a:solidFill>
                  <a:srgbClr val="ffffff"/>
                </a:solidFill>
                <a:latin typeface="Tahoma"/>
              </a:rPr>
              <a:t>and</a:t>
            </a:r>
            <a:r>
              <a:rPr b="0" lang="en-IN" sz="2450" spc="-131" strike="noStrike">
                <a:solidFill>
                  <a:srgbClr val="ffffff"/>
                </a:solidFill>
                <a:latin typeface="Tahoma"/>
              </a:rPr>
              <a:t> </a:t>
            </a:r>
            <a:r>
              <a:rPr b="0" lang="en-IN" sz="2450" spc="143" strike="noStrike">
                <a:solidFill>
                  <a:srgbClr val="ffffff"/>
                </a:solidFill>
                <a:latin typeface="Tahoma"/>
              </a:rPr>
              <a:t>area </a:t>
            </a:r>
            <a:r>
              <a:rPr b="0" lang="en-IN" sz="2450" spc="-752" strike="noStrike">
                <a:solidFill>
                  <a:srgbClr val="ffffff"/>
                </a:solidFill>
                <a:latin typeface="Tahoma"/>
              </a:rPr>
              <a:t> </a:t>
            </a:r>
            <a:r>
              <a:rPr b="0" lang="en-IN" sz="2450" spc="242" strike="noStrike">
                <a:solidFill>
                  <a:srgbClr val="ffffff"/>
                </a:solidFill>
                <a:latin typeface="Tahoma"/>
              </a:rPr>
              <a:t>under </a:t>
            </a:r>
            <a:r>
              <a:rPr b="0" lang="en-IN" sz="2450" spc="228" strike="noStrike">
                <a:solidFill>
                  <a:srgbClr val="ffffff"/>
                </a:solidFill>
                <a:latin typeface="Tahoma"/>
              </a:rPr>
              <a:t>the </a:t>
            </a:r>
            <a:r>
              <a:rPr b="0" lang="en-IN" sz="2450" spc="148" strike="noStrike">
                <a:solidFill>
                  <a:srgbClr val="ffffff"/>
                </a:solidFill>
                <a:latin typeface="Tahoma"/>
              </a:rPr>
              <a:t>receiver </a:t>
            </a:r>
            <a:r>
              <a:rPr b="0" lang="en-IN" sz="2450" spc="214" strike="noStrike">
                <a:solidFill>
                  <a:srgbClr val="ffffff"/>
                </a:solidFill>
                <a:latin typeface="Tahoma"/>
              </a:rPr>
              <a:t>operating </a:t>
            </a:r>
            <a:r>
              <a:rPr b="0" lang="en-IN" sz="2450" spc="219" strike="noStrike">
                <a:solidFill>
                  <a:srgbClr val="ffffff"/>
                </a:solidFill>
                <a:latin typeface="Tahoma"/>
              </a:rPr>
              <a:t> </a:t>
            </a:r>
            <a:r>
              <a:rPr b="0" lang="en-IN" sz="2450" spc="174" strike="noStrike">
                <a:solidFill>
                  <a:srgbClr val="ffffff"/>
                </a:solidFill>
                <a:latin typeface="Tahoma"/>
              </a:rPr>
              <a:t>characteristic</a:t>
            </a:r>
            <a:r>
              <a:rPr b="0" lang="en-IN" sz="2450" spc="-126" strike="noStrike">
                <a:solidFill>
                  <a:srgbClr val="ffffff"/>
                </a:solidFill>
                <a:latin typeface="Tahoma"/>
              </a:rPr>
              <a:t> </a:t>
            </a:r>
            <a:r>
              <a:rPr b="0" lang="en-IN" sz="2450" spc="194" strike="noStrike">
                <a:solidFill>
                  <a:srgbClr val="ffffff"/>
                </a:solidFill>
                <a:latin typeface="Tahoma"/>
              </a:rPr>
              <a:t>curve</a:t>
            </a:r>
            <a:r>
              <a:rPr b="0" lang="en-IN" sz="2450" spc="-126" strike="noStrike">
                <a:solidFill>
                  <a:srgbClr val="ffffff"/>
                </a:solidFill>
                <a:latin typeface="Tahoma"/>
              </a:rPr>
              <a:t> </a:t>
            </a:r>
            <a:r>
              <a:rPr b="0" lang="en-IN" sz="2450" spc="137" strike="noStrike">
                <a:solidFill>
                  <a:srgbClr val="ffffff"/>
                </a:solidFill>
                <a:latin typeface="Tahoma"/>
              </a:rPr>
              <a:t>(AUC-ROC).</a:t>
            </a:r>
            <a:endParaRPr b="0" lang="en-IN" sz="2450" spc="-1" strike="noStrike">
              <a:latin typeface="Arial"/>
            </a:endParaRPr>
          </a:p>
          <a:p>
            <a:pPr marL="12600">
              <a:lnSpc>
                <a:spcPct val="102000"/>
              </a:lnSpc>
              <a:spcBef>
                <a:spcPts val="74"/>
              </a:spcBef>
              <a:buNone/>
            </a:pPr>
            <a:r>
              <a:rPr b="0" lang="en-IN" sz="2450" spc="162" strike="noStrike">
                <a:solidFill>
                  <a:srgbClr val="ffffff"/>
                </a:solidFill>
                <a:latin typeface="Tahoma"/>
              </a:rPr>
              <a:t>The </a:t>
            </a:r>
            <a:r>
              <a:rPr b="0" lang="en-IN" sz="2450" spc="284" strike="noStrike">
                <a:solidFill>
                  <a:srgbClr val="ffffff"/>
                </a:solidFill>
                <a:latin typeface="Tahoma"/>
              </a:rPr>
              <a:t>model </a:t>
            </a:r>
            <a:r>
              <a:rPr b="0" lang="en-IN" sz="2450" spc="242" strike="noStrike">
                <a:solidFill>
                  <a:srgbClr val="ffffff"/>
                </a:solidFill>
                <a:latin typeface="Tahoma"/>
              </a:rPr>
              <a:t>can </a:t>
            </a:r>
            <a:r>
              <a:rPr b="0" lang="en-IN" sz="2450" spc="259" strike="noStrike">
                <a:solidFill>
                  <a:srgbClr val="ffffff"/>
                </a:solidFill>
                <a:latin typeface="Tahoma"/>
              </a:rPr>
              <a:t>be </a:t>
            </a:r>
            <a:r>
              <a:rPr b="0" lang="en-IN" sz="2450" spc="182" strike="noStrike">
                <a:solidFill>
                  <a:srgbClr val="ffffff"/>
                </a:solidFill>
                <a:latin typeface="Tahoma"/>
              </a:rPr>
              <a:t>further </a:t>
            </a:r>
            <a:r>
              <a:rPr b="0" lang="en-IN" sz="2450" spc="188" strike="noStrike">
                <a:solidFill>
                  <a:srgbClr val="ffffff"/>
                </a:solidFill>
                <a:latin typeface="Tahoma"/>
              </a:rPr>
              <a:t> </a:t>
            </a:r>
            <a:r>
              <a:rPr b="0" lang="en-IN" sz="2450" spc="239" strike="noStrike">
                <a:solidFill>
                  <a:srgbClr val="ffffff"/>
                </a:solidFill>
                <a:latin typeface="Tahoma"/>
              </a:rPr>
              <a:t>optimized </a:t>
            </a:r>
            <a:r>
              <a:rPr b="0" lang="en-IN" sz="2450" spc="199" strike="noStrike">
                <a:solidFill>
                  <a:srgbClr val="ffffff"/>
                </a:solidFill>
                <a:latin typeface="Tahoma"/>
              </a:rPr>
              <a:t>by </a:t>
            </a:r>
            <a:r>
              <a:rPr b="0" lang="en-IN" sz="2450" spc="202" strike="noStrike">
                <a:solidFill>
                  <a:srgbClr val="ffffff"/>
                </a:solidFill>
                <a:latin typeface="Tahoma"/>
              </a:rPr>
              <a:t>adjusting </a:t>
            </a:r>
            <a:r>
              <a:rPr b="0" lang="en-IN" sz="2450" spc="208" strike="noStrike">
                <a:solidFill>
                  <a:srgbClr val="ffffff"/>
                </a:solidFill>
                <a:latin typeface="Tahoma"/>
              </a:rPr>
              <a:t> </a:t>
            </a:r>
            <a:r>
              <a:rPr b="0" lang="en-IN" sz="2450" spc="202" strike="noStrike">
                <a:solidFill>
                  <a:srgbClr val="ffffff"/>
                </a:solidFill>
                <a:latin typeface="Tahoma"/>
              </a:rPr>
              <a:t>hyperparameters</a:t>
            </a:r>
            <a:r>
              <a:rPr b="0" lang="en-IN" sz="2450" spc="-151" strike="noStrike">
                <a:solidFill>
                  <a:srgbClr val="ffffff"/>
                </a:solidFill>
                <a:latin typeface="Tahoma"/>
              </a:rPr>
              <a:t> </a:t>
            </a:r>
            <a:r>
              <a:rPr b="0" lang="en-IN" sz="2450" spc="262" strike="noStrike">
                <a:solidFill>
                  <a:srgbClr val="ffffff"/>
                </a:solidFill>
                <a:latin typeface="Tahoma"/>
              </a:rPr>
              <a:t>and</a:t>
            </a:r>
            <a:r>
              <a:rPr b="0" lang="en-IN" sz="2450" spc="-151" strike="noStrike">
                <a:solidFill>
                  <a:srgbClr val="ffffff"/>
                </a:solidFill>
                <a:latin typeface="Tahoma"/>
              </a:rPr>
              <a:t> </a:t>
            </a:r>
            <a:r>
              <a:rPr b="0" lang="en-IN" sz="2450" spc="233" strike="noStrike">
                <a:solidFill>
                  <a:srgbClr val="ffffff"/>
                </a:solidFill>
                <a:latin typeface="Tahoma"/>
              </a:rPr>
              <a:t>using </a:t>
            </a:r>
            <a:r>
              <a:rPr b="0" lang="en-IN" sz="2450" spc="-752" strike="noStrike">
                <a:solidFill>
                  <a:srgbClr val="ffffff"/>
                </a:solidFill>
                <a:latin typeface="Tahoma"/>
              </a:rPr>
              <a:t> </a:t>
            </a:r>
            <a:r>
              <a:rPr b="0" lang="en-IN" sz="2450" spc="253" strike="noStrike">
                <a:solidFill>
                  <a:srgbClr val="ffffff"/>
                </a:solidFill>
                <a:latin typeface="Tahoma"/>
              </a:rPr>
              <a:t>ensemble</a:t>
            </a:r>
            <a:r>
              <a:rPr b="0" lang="en-IN" sz="2450" spc="-126" strike="noStrike">
                <a:solidFill>
                  <a:srgbClr val="ffffff"/>
                </a:solidFill>
                <a:latin typeface="Tahoma"/>
              </a:rPr>
              <a:t> </a:t>
            </a:r>
            <a:r>
              <a:rPr b="0" lang="en-IN" sz="2450" spc="208" strike="noStrike">
                <a:solidFill>
                  <a:srgbClr val="ffffff"/>
                </a:solidFill>
                <a:latin typeface="Tahoma"/>
              </a:rPr>
              <a:t>methods.</a:t>
            </a:r>
            <a:endParaRPr b="0" lang="en-IN" sz="2450" spc="-1" strike="noStrike">
              <a:latin typeface="Arial"/>
            </a:endParaRPr>
          </a:p>
        </p:txBody>
      </p:sp>
      <p:pic>
        <p:nvPicPr>
          <p:cNvPr id="120" name="object 5" descr=""/>
          <p:cNvPicPr/>
          <p:nvPr/>
        </p:nvPicPr>
        <p:blipFill>
          <a:blip r:embed="rId1"/>
          <a:stretch/>
        </p:blipFill>
        <p:spPr>
          <a:xfrm>
            <a:off x="0" y="0"/>
            <a:ext cx="9143640" cy="102866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pic>
        <p:nvPicPr>
          <p:cNvPr id="121" name="object 2" descr=""/>
          <p:cNvPicPr/>
          <p:nvPr/>
        </p:nvPicPr>
        <p:blipFill>
          <a:blip r:embed="rId1"/>
          <a:stretch/>
        </p:blipFill>
        <p:spPr>
          <a:xfrm>
            <a:off x="0" y="0"/>
            <a:ext cx="8124480" cy="10286640"/>
          </a:xfrm>
          <a:prstGeom prst="rect">
            <a:avLst/>
          </a:prstGeom>
          <a:ln w="0">
            <a:noFill/>
          </a:ln>
        </p:spPr>
      </p:pic>
      <p:sp>
        <p:nvSpPr>
          <p:cNvPr id="122" name="PlaceHolder 1"/>
          <p:cNvSpPr>
            <a:spLocks noGrp="1"/>
          </p:cNvSpPr>
          <p:nvPr>
            <p:ph type="title"/>
          </p:nvPr>
        </p:nvSpPr>
        <p:spPr>
          <a:xfrm>
            <a:off x="8877960" y="1126080"/>
            <a:ext cx="8648280" cy="2140200"/>
          </a:xfrm>
          <a:prstGeom prst="rect">
            <a:avLst/>
          </a:prstGeom>
          <a:solidFill>
            <a:srgbClr val="000000"/>
          </a:solidFill>
          <a:ln w="0">
            <a:noFill/>
          </a:ln>
        </p:spPr>
        <p:txBody>
          <a:bodyPr lIns="0" rIns="0" tIns="422280" bIns="0" anchor="t">
            <a:noAutofit/>
          </a:bodyPr>
          <a:p>
            <a:pPr algn="ctr">
              <a:lnSpc>
                <a:spcPct val="100000"/>
              </a:lnSpc>
              <a:spcBef>
                <a:spcPts val="3325"/>
              </a:spcBef>
              <a:buNone/>
            </a:pPr>
            <a:r>
              <a:rPr b="1" lang="en-IN" sz="5550" spc="43" strike="noStrike">
                <a:solidFill>
                  <a:srgbClr val="ffffff"/>
                </a:solidFill>
                <a:latin typeface="Trebuchet MS"/>
              </a:rPr>
              <a:t>Results</a:t>
            </a:r>
            <a:endParaRPr b="0" lang="en-IN" sz="5550" spc="-1" strike="noStrike">
              <a:latin typeface="Calibri"/>
            </a:endParaRPr>
          </a:p>
        </p:txBody>
      </p:sp>
      <p:sp>
        <p:nvSpPr>
          <p:cNvPr id="123" name="object 4"/>
          <p:cNvSpPr/>
          <p:nvPr/>
        </p:nvSpPr>
        <p:spPr>
          <a:xfrm>
            <a:off x="9419040" y="3393000"/>
            <a:ext cx="7527600" cy="4820040"/>
          </a:xfrm>
          <a:prstGeom prst="rect">
            <a:avLst/>
          </a:prstGeom>
          <a:noFill/>
          <a:ln w="0">
            <a:noFill/>
          </a:ln>
        </p:spPr>
        <p:style>
          <a:lnRef idx="0"/>
          <a:fillRef idx="0"/>
          <a:effectRef idx="0"/>
          <a:fontRef idx="minor"/>
        </p:style>
        <p:txBody>
          <a:bodyPr lIns="0" rIns="0" tIns="9360" bIns="0" anchor="t">
            <a:spAutoFit/>
          </a:bodyPr>
          <a:p>
            <a:pPr marL="12240" algn="ctr">
              <a:lnSpc>
                <a:spcPct val="117000"/>
              </a:lnSpc>
              <a:spcBef>
                <a:spcPts val="74"/>
              </a:spcBef>
              <a:buNone/>
            </a:pPr>
            <a:r>
              <a:rPr b="0" lang="en-IN" sz="2450" spc="69" strike="noStrike">
                <a:latin typeface="Verdana"/>
              </a:rPr>
              <a:t>Our </a:t>
            </a:r>
            <a:r>
              <a:rPr b="0" lang="en-IN" sz="2450" spc="4" strike="noStrike">
                <a:latin typeface="Verdana"/>
              </a:rPr>
              <a:t>data-driven </a:t>
            </a:r>
            <a:r>
              <a:rPr b="0" lang="en-IN" sz="2450" spc="52" strike="noStrike">
                <a:latin typeface="Verdana"/>
              </a:rPr>
              <a:t>approach </a:t>
            </a:r>
            <a:r>
              <a:rPr b="0" lang="en-IN" sz="2450" spc="63" strike="noStrike">
                <a:latin typeface="Verdana"/>
              </a:rPr>
              <a:t>using </a:t>
            </a:r>
            <a:r>
              <a:rPr b="0" lang="en-IN" sz="2450" spc="43" strike="noStrike">
                <a:latin typeface="Verdana"/>
              </a:rPr>
              <a:t>advanced </a:t>
            </a:r>
            <a:r>
              <a:rPr b="0" lang="en-IN" sz="2450" spc="49" strike="noStrike">
                <a:latin typeface="Verdana"/>
              </a:rPr>
              <a:t> </a:t>
            </a:r>
            <a:r>
              <a:rPr b="0" lang="en-IN" sz="2450" spc="239" strike="noStrike">
                <a:latin typeface="Verdana"/>
              </a:rPr>
              <a:t>m</a:t>
            </a:r>
            <a:r>
              <a:rPr b="0" lang="en-IN" sz="2450" spc="-15" strike="noStrike">
                <a:latin typeface="Verdana"/>
              </a:rPr>
              <a:t>a</a:t>
            </a:r>
            <a:r>
              <a:rPr b="0" lang="en-IN" sz="2450" spc="94" strike="noStrike">
                <a:latin typeface="Verdana"/>
              </a:rPr>
              <a:t>c</a:t>
            </a:r>
            <a:r>
              <a:rPr b="0" lang="en-IN" sz="2450" spc="123" strike="noStrike">
                <a:latin typeface="Verdana"/>
              </a:rPr>
              <a:t>h</a:t>
            </a:r>
            <a:r>
              <a:rPr b="0" lang="en-IN" sz="2450" spc="-12" strike="noStrike">
                <a:latin typeface="Verdana"/>
              </a:rPr>
              <a:t>i</a:t>
            </a:r>
            <a:r>
              <a:rPr b="0" lang="en-IN" sz="2450" spc="123" strike="noStrike">
                <a:latin typeface="Verdana"/>
              </a:rPr>
              <a:t>n</a:t>
            </a:r>
            <a:r>
              <a:rPr b="0" lang="en-IN" sz="2450" spc="32" strike="noStrike">
                <a:latin typeface="Verdana"/>
              </a:rPr>
              <a:t>e</a:t>
            </a:r>
            <a:r>
              <a:rPr b="0" lang="en-IN" sz="2450" spc="-216" strike="noStrike">
                <a:latin typeface="Verdana"/>
              </a:rPr>
              <a:t> </a:t>
            </a:r>
            <a:r>
              <a:rPr b="0" lang="en-IN" sz="2450" spc="-12" strike="noStrike">
                <a:latin typeface="Verdana"/>
              </a:rPr>
              <a:t>l</a:t>
            </a:r>
            <a:r>
              <a:rPr b="0" lang="en-IN" sz="2450" spc="-7" strike="noStrike">
                <a:latin typeface="Verdana"/>
              </a:rPr>
              <a:t>e</a:t>
            </a:r>
            <a:r>
              <a:rPr b="0" lang="en-IN" sz="2450" spc="-15" strike="noStrike">
                <a:latin typeface="Verdana"/>
              </a:rPr>
              <a:t>a</a:t>
            </a:r>
            <a:r>
              <a:rPr b="0" lang="en-IN" sz="2450" spc="-75" strike="noStrike">
                <a:latin typeface="Verdana"/>
              </a:rPr>
              <a:t>r</a:t>
            </a:r>
            <a:r>
              <a:rPr b="0" lang="en-IN" sz="2450" spc="123" strike="noStrike">
                <a:latin typeface="Verdana"/>
              </a:rPr>
              <a:t>n</a:t>
            </a:r>
            <a:r>
              <a:rPr b="0" lang="en-IN" sz="2450" spc="-12" strike="noStrike">
                <a:latin typeface="Verdana"/>
              </a:rPr>
              <a:t>i</a:t>
            </a:r>
            <a:r>
              <a:rPr b="0" lang="en-IN" sz="2450" spc="123" strike="noStrike">
                <a:latin typeface="Verdana"/>
              </a:rPr>
              <a:t>n</a:t>
            </a:r>
            <a:r>
              <a:rPr b="0" lang="en-IN" sz="2450" spc="168" strike="noStrike">
                <a:latin typeface="Verdana"/>
              </a:rPr>
              <a:t>g</a:t>
            </a:r>
            <a:r>
              <a:rPr b="0" lang="en-IN" sz="2450" spc="-216" strike="noStrike">
                <a:latin typeface="Verdana"/>
              </a:rPr>
              <a:t> </a:t>
            </a:r>
            <a:r>
              <a:rPr b="0" lang="en-IN" sz="2450" spc="239" strike="noStrike">
                <a:latin typeface="Verdana"/>
              </a:rPr>
              <a:t>m</a:t>
            </a:r>
            <a:r>
              <a:rPr b="0" lang="en-IN" sz="2450" spc="58" strike="noStrike">
                <a:latin typeface="Verdana"/>
              </a:rPr>
              <a:t>o</a:t>
            </a:r>
            <a:r>
              <a:rPr b="0" lang="en-IN" sz="2450" spc="148" strike="noStrike">
                <a:latin typeface="Verdana"/>
              </a:rPr>
              <a:t>d</a:t>
            </a:r>
            <a:r>
              <a:rPr b="0" lang="en-IN" sz="2450" spc="32" strike="noStrike">
                <a:latin typeface="Verdana"/>
              </a:rPr>
              <a:t>e</a:t>
            </a:r>
            <a:r>
              <a:rPr b="0" lang="en-IN" sz="2450" spc="-12" strike="noStrike">
                <a:latin typeface="Verdana"/>
              </a:rPr>
              <a:t>l</a:t>
            </a:r>
            <a:r>
              <a:rPr b="0" lang="en-IN" sz="2450" spc="-72" strike="noStrike">
                <a:latin typeface="Verdana"/>
              </a:rPr>
              <a:t>s</a:t>
            </a:r>
            <a:r>
              <a:rPr b="0" lang="en-IN" sz="2450" spc="-216" strike="noStrike">
                <a:latin typeface="Verdana"/>
              </a:rPr>
              <a:t> </a:t>
            </a:r>
            <a:r>
              <a:rPr b="0" lang="en-IN" sz="2450" spc="123" strike="noStrike">
                <a:latin typeface="Verdana"/>
              </a:rPr>
              <a:t>h</a:t>
            </a:r>
            <a:r>
              <a:rPr b="0" lang="en-IN" sz="2450" spc="-15" strike="noStrike">
                <a:latin typeface="Verdana"/>
              </a:rPr>
              <a:t>a</a:t>
            </a:r>
            <a:r>
              <a:rPr b="0" lang="en-IN" sz="2450" spc="-72" strike="noStrike">
                <a:latin typeface="Verdana"/>
              </a:rPr>
              <a:t>s</a:t>
            </a:r>
            <a:r>
              <a:rPr b="0" lang="en-IN" sz="2450" spc="-216" strike="noStrike">
                <a:latin typeface="Verdana"/>
              </a:rPr>
              <a:t> </a:t>
            </a:r>
            <a:r>
              <a:rPr b="0" lang="en-IN" sz="2450" spc="-72" strike="noStrike">
                <a:latin typeface="Verdana"/>
              </a:rPr>
              <a:t>s</a:t>
            </a:r>
            <a:r>
              <a:rPr b="0" lang="en-IN" sz="2450" spc="123" strike="noStrike">
                <a:latin typeface="Verdana"/>
              </a:rPr>
              <a:t>h</a:t>
            </a:r>
            <a:r>
              <a:rPr b="0" lang="en-IN" sz="2450" spc="18" strike="noStrike">
                <a:latin typeface="Verdana"/>
              </a:rPr>
              <a:t>o</a:t>
            </a:r>
            <a:r>
              <a:rPr b="0" lang="en-IN" sz="2450" spc="168" strike="noStrike">
                <a:latin typeface="Verdana"/>
              </a:rPr>
              <a:t>w</a:t>
            </a:r>
            <a:r>
              <a:rPr b="0" lang="en-IN" sz="2450" spc="123" strike="noStrike">
                <a:latin typeface="Verdana"/>
              </a:rPr>
              <a:t>n</a:t>
            </a:r>
            <a:r>
              <a:rPr b="0" lang="en-IN" sz="2450" spc="-216" strike="noStrike">
                <a:latin typeface="Verdana"/>
              </a:rPr>
              <a:t> </a:t>
            </a:r>
            <a:r>
              <a:rPr b="0" lang="en-IN" sz="2450" spc="148" strike="noStrike">
                <a:latin typeface="Verdana"/>
              </a:rPr>
              <a:t>p</a:t>
            </a:r>
            <a:r>
              <a:rPr b="0" lang="en-IN" sz="2450" spc="-92" strike="noStrike">
                <a:latin typeface="Verdana"/>
              </a:rPr>
              <a:t>r</a:t>
            </a:r>
            <a:r>
              <a:rPr b="0" lang="en-IN" sz="2450" spc="58" strike="noStrike">
                <a:latin typeface="Verdana"/>
              </a:rPr>
              <a:t>o</a:t>
            </a:r>
            <a:r>
              <a:rPr b="0" lang="en-IN" sz="2450" spc="111" strike="noStrike">
                <a:latin typeface="Verdana"/>
              </a:rPr>
              <a:t>mi</a:t>
            </a:r>
            <a:r>
              <a:rPr b="0" lang="en-IN" sz="2450" spc="-72" strike="noStrike">
                <a:latin typeface="Verdana"/>
              </a:rPr>
              <a:t>s</a:t>
            </a:r>
            <a:r>
              <a:rPr b="0" lang="en-IN" sz="2450" spc="-12" strike="noStrike">
                <a:latin typeface="Verdana"/>
              </a:rPr>
              <a:t>i</a:t>
            </a:r>
            <a:r>
              <a:rPr b="0" lang="en-IN" sz="2450" spc="123" strike="noStrike">
                <a:latin typeface="Verdana"/>
              </a:rPr>
              <a:t>n</a:t>
            </a:r>
            <a:r>
              <a:rPr b="0" lang="en-IN" sz="2450" spc="117" strike="noStrike">
                <a:latin typeface="Verdana"/>
              </a:rPr>
              <a:t>g  </a:t>
            </a:r>
            <a:r>
              <a:rPr b="0" lang="en-IN" sz="2450" spc="-12" strike="noStrike">
                <a:latin typeface="Verdana"/>
              </a:rPr>
              <a:t>results </a:t>
            </a:r>
            <a:r>
              <a:rPr b="0" lang="en-IN" sz="2450" spc="52" strike="noStrike">
                <a:latin typeface="Verdana"/>
              </a:rPr>
              <a:t>in </a:t>
            </a:r>
            <a:r>
              <a:rPr b="0" lang="en-IN" sz="2450" spc="9" strike="noStrike">
                <a:latin typeface="Verdana"/>
              </a:rPr>
              <a:t>accurately </a:t>
            </a:r>
            <a:r>
              <a:rPr b="0" lang="en-IN" sz="2450" spc="69" strike="noStrike">
                <a:latin typeface="Verdana"/>
              </a:rPr>
              <a:t>detecting </a:t>
            </a:r>
            <a:r>
              <a:rPr b="0" lang="en-IN" sz="2450" spc="-41" strike="noStrike">
                <a:latin typeface="Verdana"/>
              </a:rPr>
              <a:t>heart, </a:t>
            </a:r>
            <a:r>
              <a:rPr b="0" lang="en-IN" sz="2450" spc="-12" strike="noStrike">
                <a:latin typeface="Verdana"/>
              </a:rPr>
              <a:t>diabetes</a:t>
            </a:r>
            <a:r>
              <a:rPr b="0" lang="en-IN" sz="2450" spc="-216" strike="noStrike">
                <a:latin typeface="Verdana"/>
              </a:rPr>
              <a:t> </a:t>
            </a:r>
            <a:r>
              <a:rPr b="0" lang="en-IN" sz="2450" spc="148" strike="noStrike">
                <a:latin typeface="Verdana"/>
              </a:rPr>
              <a:t>d</a:t>
            </a:r>
            <a:r>
              <a:rPr b="0" lang="en-IN" sz="2450" spc="-12" strike="noStrike">
                <a:latin typeface="Verdana"/>
              </a:rPr>
              <a:t>i</a:t>
            </a:r>
            <a:r>
              <a:rPr b="0" lang="en-IN" sz="2450" spc="-72" strike="noStrike">
                <a:latin typeface="Verdana"/>
              </a:rPr>
              <a:t>s</a:t>
            </a:r>
            <a:r>
              <a:rPr b="0" lang="en-IN" sz="2450" spc="-7" strike="noStrike">
                <a:latin typeface="Verdana"/>
              </a:rPr>
              <a:t>e</a:t>
            </a:r>
            <a:r>
              <a:rPr b="0" lang="en-IN" sz="2450" spc="-15" strike="noStrike">
                <a:latin typeface="Verdana"/>
              </a:rPr>
              <a:t>a</a:t>
            </a:r>
            <a:r>
              <a:rPr b="0" lang="en-IN" sz="2450" spc="-72" strike="noStrike">
                <a:latin typeface="Verdana"/>
              </a:rPr>
              <a:t>s</a:t>
            </a:r>
            <a:r>
              <a:rPr b="0" lang="en-IN" sz="2450" spc="32" strike="noStrike">
                <a:latin typeface="Verdana"/>
              </a:rPr>
              <a:t>e</a:t>
            </a:r>
            <a:r>
              <a:rPr b="0" lang="en-IN" sz="2450" spc="-72" strike="noStrike">
                <a:latin typeface="Verdana"/>
              </a:rPr>
              <a:t>s</a:t>
            </a:r>
            <a:r>
              <a:rPr b="0" lang="en-IN" sz="2450" spc="-372" strike="noStrike">
                <a:latin typeface="Verdana"/>
              </a:rPr>
              <a:t>.</a:t>
            </a:r>
            <a:r>
              <a:rPr b="0" lang="en-IN" sz="2450" spc="-216" strike="noStrike">
                <a:latin typeface="Verdana"/>
              </a:rPr>
              <a:t> </a:t>
            </a:r>
            <a:r>
              <a:rPr b="0" lang="en-IN" sz="2450" spc="-9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239" strike="noStrike">
                <a:latin typeface="Verdana"/>
              </a:rPr>
              <a:t>m</a:t>
            </a:r>
            <a:r>
              <a:rPr b="0" lang="en-IN" sz="2450" spc="58" strike="noStrike">
                <a:latin typeface="Verdana"/>
              </a:rPr>
              <a:t>o</a:t>
            </a:r>
            <a:r>
              <a:rPr b="0" lang="en-IN" sz="2450" spc="148" strike="noStrike">
                <a:latin typeface="Verdana"/>
              </a:rPr>
              <a:t>d</a:t>
            </a:r>
            <a:r>
              <a:rPr b="0" lang="en-IN" sz="2450" spc="32" strike="noStrike">
                <a:latin typeface="Verdana"/>
              </a:rPr>
              <a:t>e</a:t>
            </a:r>
            <a:r>
              <a:rPr b="0" lang="en-IN" sz="2450" spc="-12" strike="noStrike">
                <a:latin typeface="Verdana"/>
              </a:rPr>
              <a:t>l</a:t>
            </a:r>
            <a:r>
              <a:rPr b="0" lang="en-IN" sz="2450" spc="-216" strike="noStrike">
                <a:latin typeface="Verdana"/>
              </a:rPr>
              <a:t> </a:t>
            </a:r>
            <a:r>
              <a:rPr b="0" lang="en-IN" sz="2450" spc="-12" strike="noStrike">
                <a:latin typeface="Verdana"/>
              </a:rPr>
              <a:t>a</a:t>
            </a:r>
            <a:r>
              <a:rPr b="0" lang="en-IN" sz="2450" spc="94" strike="noStrike">
                <a:latin typeface="Verdana"/>
              </a:rPr>
              <a:t>c</a:t>
            </a:r>
            <a:r>
              <a:rPr b="0" lang="en-IN" sz="2450" spc="123" strike="noStrike">
                <a:latin typeface="Verdana"/>
              </a:rPr>
              <a:t>h</a:t>
            </a:r>
            <a:r>
              <a:rPr b="0" lang="en-IN" sz="2450" spc="-12" strike="noStrike">
                <a:latin typeface="Verdana"/>
              </a:rPr>
              <a:t>i</a:t>
            </a:r>
            <a:r>
              <a:rPr b="0" lang="en-IN" sz="2450" spc="9" strike="noStrike">
                <a:latin typeface="Verdana"/>
              </a:rPr>
              <a:t>e</a:t>
            </a:r>
            <a:r>
              <a:rPr b="0" lang="en-IN" sz="2450" spc="-151" strike="noStrike">
                <a:latin typeface="Verdana"/>
              </a:rPr>
              <a:t>v</a:t>
            </a:r>
            <a:r>
              <a:rPr b="0" lang="en-IN" sz="2450" spc="32" strike="noStrike">
                <a:latin typeface="Verdana"/>
              </a:rPr>
              <a:t>e</a:t>
            </a:r>
            <a:r>
              <a:rPr b="0" lang="en-IN" sz="2450" spc="148" strike="noStrike">
                <a:latin typeface="Verdana"/>
              </a:rPr>
              <a:t>d</a:t>
            </a:r>
            <a:r>
              <a:rPr b="0" lang="en-IN" sz="2450" spc="-216" strike="noStrike">
                <a:latin typeface="Verdana"/>
              </a:rPr>
              <a:t> </a:t>
            </a:r>
            <a:r>
              <a:rPr b="0" lang="en-IN" sz="2450" spc="-15" strike="noStrike">
                <a:latin typeface="Verdana"/>
              </a:rPr>
              <a:t>a</a:t>
            </a:r>
            <a:r>
              <a:rPr b="0" lang="en-IN" sz="2450" spc="83" strike="noStrike">
                <a:latin typeface="Verdana"/>
              </a:rPr>
              <a:t>n  </a:t>
            </a:r>
            <a:r>
              <a:rPr b="0" lang="en-IN" sz="2450" spc="24" strike="noStrike">
                <a:latin typeface="Verdana"/>
              </a:rPr>
              <a:t>accuracy</a:t>
            </a:r>
            <a:r>
              <a:rPr b="0" lang="en-IN" sz="2450" spc="-216" strike="noStrike">
                <a:latin typeface="Verdana"/>
              </a:rPr>
              <a:t> </a:t>
            </a:r>
            <a:r>
              <a:rPr b="0" lang="en-IN" sz="2450" spc="18" strike="noStrike">
                <a:latin typeface="Verdana"/>
              </a:rPr>
              <a:t>of</a:t>
            </a:r>
            <a:r>
              <a:rPr b="0" lang="en-IN" sz="2450" spc="-211" strike="noStrike">
                <a:latin typeface="Verdana"/>
              </a:rPr>
              <a:t> </a:t>
            </a:r>
            <a:r>
              <a:rPr b="0" lang="en-IN" sz="2450" spc="-41" strike="noStrike">
                <a:latin typeface="Verdana"/>
              </a:rPr>
              <a:t>over</a:t>
            </a:r>
            <a:r>
              <a:rPr b="0" lang="en-IN" sz="2450" spc="-216" strike="noStrike">
                <a:latin typeface="Verdana"/>
              </a:rPr>
              <a:t> </a:t>
            </a:r>
            <a:r>
              <a:rPr b="0" lang="en-IN" sz="2450" spc="-185" strike="noStrike">
                <a:latin typeface="Verdana"/>
              </a:rPr>
              <a:t>90%</a:t>
            </a:r>
            <a:r>
              <a:rPr b="0" lang="en-IN" sz="2450" spc="-211" strike="noStrike">
                <a:latin typeface="Verdana"/>
              </a:rPr>
              <a:t> </a:t>
            </a:r>
            <a:r>
              <a:rPr b="0" lang="en-IN" sz="2450" spc="94" strike="noStrike">
                <a:latin typeface="Verdana"/>
              </a:rPr>
              <a:t>on</a:t>
            </a:r>
            <a:r>
              <a:rPr b="0" lang="en-IN" sz="2450" spc="-216" strike="noStrike">
                <a:latin typeface="Verdana"/>
              </a:rPr>
              <a:t> </a:t>
            </a:r>
            <a:r>
              <a:rPr b="0" lang="en-IN" sz="2450" spc="-15" strike="noStrike">
                <a:latin typeface="Verdana"/>
              </a:rPr>
              <a:t>a</a:t>
            </a:r>
            <a:r>
              <a:rPr b="0" lang="en-IN" sz="2450" spc="-211" strike="noStrike">
                <a:latin typeface="Verdana"/>
              </a:rPr>
              <a:t> </a:t>
            </a:r>
            <a:r>
              <a:rPr b="0" lang="en-IN" sz="2450" spc="-1" strike="noStrike">
                <a:latin typeface="Verdana"/>
              </a:rPr>
              <a:t>separate</a:t>
            </a:r>
            <a:r>
              <a:rPr b="0" lang="en-IN" sz="2450" spc="-216" strike="noStrike">
                <a:latin typeface="Verdana"/>
              </a:rPr>
              <a:t> </a:t>
            </a:r>
            <a:r>
              <a:rPr b="0" lang="en-IN" sz="2450" spc="-7" strike="noStrike">
                <a:latin typeface="Verdana"/>
              </a:rPr>
              <a:t>test</a:t>
            </a:r>
            <a:r>
              <a:rPr b="0" lang="en-IN" sz="2450" spc="-211" strike="noStrike">
                <a:latin typeface="Verdana"/>
              </a:rPr>
              <a:t> </a:t>
            </a:r>
            <a:r>
              <a:rPr b="0" lang="en-IN" sz="2450" spc="-26" strike="noStrike">
                <a:latin typeface="Verdana"/>
              </a:rPr>
              <a:t>dataset, </a:t>
            </a:r>
            <a:r>
              <a:rPr b="0" lang="en-IN" sz="2450" spc="-846" strike="noStrike">
                <a:latin typeface="Verdana"/>
              </a:rPr>
              <a:t> </a:t>
            </a:r>
            <a:r>
              <a:rPr b="0" lang="en-IN" sz="2450" spc="58" strike="noStrike">
                <a:latin typeface="Verdana"/>
              </a:rPr>
              <a:t>outperforming</a:t>
            </a:r>
            <a:r>
              <a:rPr b="0" lang="en-IN" sz="2450" spc="-211" strike="noStrike">
                <a:latin typeface="Verdana"/>
              </a:rPr>
              <a:t> </a:t>
            </a:r>
            <a:r>
              <a:rPr b="0" lang="en-IN" sz="2450" spc="24" strike="noStrike">
                <a:latin typeface="Verdana"/>
              </a:rPr>
              <a:t>traditional</a:t>
            </a:r>
            <a:r>
              <a:rPr b="0" lang="en-IN" sz="2450" spc="-205" strike="noStrike">
                <a:latin typeface="Verdana"/>
              </a:rPr>
              <a:t> </a:t>
            </a:r>
            <a:r>
              <a:rPr b="0" lang="en-IN" sz="2450" spc="52" strike="noStrike">
                <a:latin typeface="Verdana"/>
              </a:rPr>
              <a:t>diagnostic</a:t>
            </a:r>
            <a:r>
              <a:rPr b="0" lang="en-IN" sz="2450" spc="-211" strike="noStrike">
                <a:latin typeface="Verdana"/>
              </a:rPr>
              <a:t> </a:t>
            </a:r>
            <a:r>
              <a:rPr b="0" lang="en-IN" sz="2450" spc="24" strike="noStrike">
                <a:latin typeface="Verdana"/>
              </a:rPr>
              <a:t>methods.</a:t>
            </a:r>
            <a:endParaRPr b="0" lang="en-IN" sz="2450" spc="-1" strike="noStrike">
              <a:latin typeface="Arial"/>
            </a:endParaRPr>
          </a:p>
          <a:p>
            <a:pPr marL="29160" algn="ctr">
              <a:lnSpc>
                <a:spcPct val="117000"/>
              </a:lnSpc>
              <a:spcBef>
                <a:spcPts val="6"/>
              </a:spcBef>
              <a:buNone/>
            </a:pPr>
            <a:r>
              <a:rPr b="0" lang="en-IN" sz="2450" spc="-92" strike="noStrike">
                <a:latin typeface="Verdana"/>
              </a:rPr>
              <a:t>T</a:t>
            </a:r>
            <a:r>
              <a:rPr b="0" lang="en-IN" sz="2450" spc="123" strike="noStrike">
                <a:latin typeface="Verdana"/>
              </a:rPr>
              <a:t>h</a:t>
            </a:r>
            <a:r>
              <a:rPr b="0" lang="en-IN" sz="2450" spc="-12" strike="noStrike">
                <a:latin typeface="Verdana"/>
              </a:rPr>
              <a:t>i</a:t>
            </a:r>
            <a:r>
              <a:rPr b="0" lang="en-IN" sz="2450" spc="-72" strike="noStrike">
                <a:latin typeface="Verdana"/>
              </a:rPr>
              <a:t>s</a:t>
            </a:r>
            <a:r>
              <a:rPr b="0" lang="en-IN" sz="2450" spc="-216" strike="noStrike">
                <a:latin typeface="Verdana"/>
              </a:rPr>
              <a:t> </a:t>
            </a:r>
            <a:r>
              <a:rPr b="0" lang="en-IN" sz="2450" spc="-15" strike="noStrike">
                <a:latin typeface="Verdana"/>
              </a:rPr>
              <a:t>a</a:t>
            </a:r>
            <a:r>
              <a:rPr b="0" lang="en-IN" sz="2450" spc="148" strike="noStrike">
                <a:latin typeface="Verdana"/>
              </a:rPr>
              <a:t>pp</a:t>
            </a:r>
            <a:r>
              <a:rPr b="0" lang="en-IN" sz="2450" spc="-92" strike="noStrike">
                <a:latin typeface="Verdana"/>
              </a:rPr>
              <a:t>r</a:t>
            </a:r>
            <a:r>
              <a:rPr b="0" lang="en-IN" sz="2450" spc="49" strike="noStrike">
                <a:latin typeface="Verdana"/>
              </a:rPr>
              <a:t>o</a:t>
            </a:r>
            <a:r>
              <a:rPr b="0" lang="en-IN" sz="2450" spc="-15" strike="noStrike">
                <a:latin typeface="Verdana"/>
              </a:rPr>
              <a:t>a</a:t>
            </a:r>
            <a:r>
              <a:rPr b="0" lang="en-IN" sz="2450" spc="94" strike="noStrike">
                <a:latin typeface="Verdana"/>
              </a:rPr>
              <a:t>c</a:t>
            </a:r>
            <a:r>
              <a:rPr b="0" lang="en-IN" sz="2450" spc="123" strike="noStrike">
                <a:latin typeface="Verdana"/>
              </a:rPr>
              <a:t>h</a:t>
            </a:r>
            <a:r>
              <a:rPr b="0" lang="en-IN" sz="2450" spc="-216" strike="noStrike">
                <a:latin typeface="Verdana"/>
              </a:rPr>
              <a:t> </a:t>
            </a:r>
            <a:r>
              <a:rPr b="0" lang="en-IN" sz="2450" spc="123" strike="noStrike">
                <a:latin typeface="Verdana"/>
              </a:rPr>
              <a:t>h</a:t>
            </a:r>
            <a:r>
              <a:rPr b="0" lang="en-IN" sz="2450" spc="-15" strike="noStrike">
                <a:latin typeface="Verdana"/>
              </a:rPr>
              <a:t>a</a:t>
            </a:r>
            <a:r>
              <a:rPr b="0" lang="en-IN" sz="2450" spc="-72" strike="noStrike">
                <a:latin typeface="Verdana"/>
              </a:rPr>
              <a:t>s</a:t>
            </a:r>
            <a:r>
              <a:rPr b="0" lang="en-IN" sz="2450" spc="-216" strike="noStrike">
                <a:latin typeface="Verdana"/>
              </a:rPr>
              <a:t> </a:t>
            </a:r>
            <a:r>
              <a:rPr b="0" lang="en-IN" sz="2450" spc="32" strike="noStrike">
                <a:latin typeface="Verdana"/>
              </a:rPr>
              <a:t>t</a:t>
            </a:r>
            <a:r>
              <a:rPr b="0" lang="en-IN" sz="2450" spc="123" strike="noStrike">
                <a:latin typeface="Verdana"/>
              </a:rPr>
              <a:t>h</a:t>
            </a:r>
            <a:r>
              <a:rPr b="0" lang="en-IN" sz="2450" spc="32" strike="noStrike">
                <a:latin typeface="Verdana"/>
              </a:rPr>
              <a:t>e</a:t>
            </a:r>
            <a:r>
              <a:rPr b="0" lang="en-IN" sz="2450" spc="-216" strike="noStrike">
                <a:latin typeface="Verdana"/>
              </a:rPr>
              <a:t> </a:t>
            </a:r>
            <a:r>
              <a:rPr b="0" lang="en-IN" sz="2450" spc="148" strike="noStrike">
                <a:latin typeface="Verdana"/>
              </a:rPr>
              <a:t>p</a:t>
            </a:r>
            <a:r>
              <a:rPr b="0" lang="en-IN" sz="2450" spc="58" strike="noStrike">
                <a:latin typeface="Verdana"/>
              </a:rPr>
              <a:t>o</a:t>
            </a:r>
            <a:r>
              <a:rPr b="0" lang="en-IN" sz="2450" spc="-15" strike="noStrike">
                <a:latin typeface="Verdana"/>
              </a:rPr>
              <a:t>t</a:t>
            </a:r>
            <a:r>
              <a:rPr b="0" lang="en-IN" sz="2450" spc="32" strike="noStrike">
                <a:latin typeface="Verdana"/>
              </a:rPr>
              <a:t>e</a:t>
            </a:r>
            <a:r>
              <a:rPr b="0" lang="en-IN" sz="2450" spc="123" strike="noStrike">
                <a:latin typeface="Verdana"/>
              </a:rPr>
              <a:t>n</a:t>
            </a:r>
            <a:r>
              <a:rPr b="0" lang="en-IN" sz="2450" spc="32" strike="noStrike">
                <a:latin typeface="Verdana"/>
              </a:rPr>
              <a:t>t</a:t>
            </a:r>
            <a:r>
              <a:rPr b="0" lang="en-IN" sz="2450" spc="-12" strike="noStrike">
                <a:latin typeface="Verdana"/>
              </a:rPr>
              <a:t>i</a:t>
            </a:r>
            <a:r>
              <a:rPr b="0" lang="en-IN" sz="2450" spc="-15" strike="noStrike">
                <a:latin typeface="Verdana"/>
              </a:rPr>
              <a:t>a</a:t>
            </a:r>
            <a:r>
              <a:rPr b="0" lang="en-IN" sz="2450" spc="-12" strike="noStrike">
                <a:latin typeface="Verdana"/>
              </a:rPr>
              <a:t>l</a:t>
            </a:r>
            <a:r>
              <a:rPr b="0" lang="en-IN" sz="2450" spc="-216" strike="noStrike">
                <a:latin typeface="Verdana"/>
              </a:rPr>
              <a:t> </a:t>
            </a:r>
            <a:r>
              <a:rPr b="0" lang="en-IN" sz="2450" spc="-15" strike="noStrike">
                <a:latin typeface="Verdana"/>
              </a:rPr>
              <a:t>t</a:t>
            </a:r>
            <a:r>
              <a:rPr b="0" lang="en-IN" sz="2450" spc="58" strike="noStrike">
                <a:latin typeface="Verdana"/>
              </a:rPr>
              <a:t>o</a:t>
            </a:r>
            <a:r>
              <a:rPr b="0" lang="en-IN" sz="2450" spc="-216" strike="noStrike">
                <a:latin typeface="Verdana"/>
              </a:rPr>
              <a:t> </a:t>
            </a:r>
            <a:r>
              <a:rPr b="0" lang="en-IN" sz="2450" spc="-92" strike="noStrike">
                <a:latin typeface="Verdana"/>
              </a:rPr>
              <a:t>r</a:t>
            </a:r>
            <a:r>
              <a:rPr b="0" lang="en-IN" sz="2450" spc="9" strike="noStrike">
                <a:latin typeface="Verdana"/>
              </a:rPr>
              <a:t>e</a:t>
            </a:r>
            <a:r>
              <a:rPr b="0" lang="en-IN" sz="2450" spc="-151" strike="noStrike">
                <a:latin typeface="Verdana"/>
              </a:rPr>
              <a:t>v</a:t>
            </a:r>
            <a:r>
              <a:rPr b="0" lang="en-IN" sz="2450" spc="58" strike="noStrike">
                <a:latin typeface="Verdana"/>
              </a:rPr>
              <a:t>o</a:t>
            </a:r>
            <a:r>
              <a:rPr b="0" lang="en-IN" sz="2450" spc="-12" strike="noStrike">
                <a:latin typeface="Verdana"/>
              </a:rPr>
              <a:t>l</a:t>
            </a:r>
            <a:r>
              <a:rPr b="0" lang="en-IN" sz="2450" spc="111" strike="noStrike">
                <a:latin typeface="Verdana"/>
              </a:rPr>
              <a:t>u</a:t>
            </a:r>
            <a:r>
              <a:rPr b="0" lang="en-IN" sz="2450" spc="32" strike="noStrike">
                <a:latin typeface="Verdana"/>
              </a:rPr>
              <a:t>t</a:t>
            </a:r>
            <a:r>
              <a:rPr b="0" lang="en-IN" sz="2450" spc="-12" strike="noStrike">
                <a:latin typeface="Verdana"/>
              </a:rPr>
              <a:t>i</a:t>
            </a:r>
            <a:r>
              <a:rPr b="0" lang="en-IN" sz="2450" spc="58" strike="noStrike">
                <a:latin typeface="Verdana"/>
              </a:rPr>
              <a:t>o</a:t>
            </a:r>
            <a:r>
              <a:rPr b="0" lang="en-IN" sz="2450" spc="123" strike="noStrike">
                <a:latin typeface="Verdana"/>
              </a:rPr>
              <a:t>n</a:t>
            </a:r>
            <a:r>
              <a:rPr b="0" lang="en-IN" sz="2450" spc="-12" strike="noStrike">
                <a:latin typeface="Verdana"/>
              </a:rPr>
              <a:t>i</a:t>
            </a:r>
            <a:r>
              <a:rPr b="0" lang="en-IN" sz="2450" spc="-52" strike="noStrike">
                <a:latin typeface="Verdana"/>
              </a:rPr>
              <a:t>z</a:t>
            </a:r>
            <a:r>
              <a:rPr b="0" lang="en-IN" sz="2450" spc="24" strike="noStrike">
                <a:latin typeface="Verdana"/>
              </a:rPr>
              <a:t>e  </a:t>
            </a:r>
            <a:r>
              <a:rPr b="0" lang="en-IN" sz="2450" spc="148" strike="noStrike">
                <a:latin typeface="Verdana"/>
              </a:rPr>
              <a:t>d</a:t>
            </a:r>
            <a:r>
              <a:rPr b="0" lang="en-IN" sz="2450" spc="-12" strike="noStrike">
                <a:latin typeface="Verdana"/>
              </a:rPr>
              <a:t>i</a:t>
            </a:r>
            <a:r>
              <a:rPr b="0" lang="en-IN" sz="2450" spc="-72" strike="noStrike">
                <a:latin typeface="Verdana"/>
              </a:rPr>
              <a:t>s</a:t>
            </a:r>
            <a:r>
              <a:rPr b="0" lang="en-IN" sz="2450" spc="-7" strike="noStrike">
                <a:latin typeface="Verdana"/>
              </a:rPr>
              <a:t>e</a:t>
            </a:r>
            <a:r>
              <a:rPr b="0" lang="en-IN" sz="2450" spc="-15" strike="noStrike">
                <a:latin typeface="Verdana"/>
              </a:rPr>
              <a:t>a</a:t>
            </a:r>
            <a:r>
              <a:rPr b="0" lang="en-IN" sz="2450" spc="-72" strike="noStrike">
                <a:latin typeface="Verdana"/>
              </a:rPr>
              <a:t>s</a:t>
            </a:r>
            <a:r>
              <a:rPr b="0" lang="en-IN" sz="2450" spc="32" strike="noStrike">
                <a:latin typeface="Verdana"/>
              </a:rPr>
              <a:t>e</a:t>
            </a:r>
            <a:r>
              <a:rPr b="0" lang="en-IN" sz="2450" spc="-216" strike="noStrike">
                <a:latin typeface="Verdana"/>
              </a:rPr>
              <a:t> </a:t>
            </a:r>
            <a:r>
              <a:rPr b="0" lang="en-IN" sz="2450" spc="148" strike="noStrike">
                <a:latin typeface="Verdana"/>
              </a:rPr>
              <a:t>d</a:t>
            </a:r>
            <a:r>
              <a:rPr b="0" lang="en-IN" sz="2450" spc="32" strike="noStrike">
                <a:latin typeface="Verdana"/>
              </a:rPr>
              <a:t>e</a:t>
            </a:r>
            <a:r>
              <a:rPr b="0" lang="en-IN" sz="2450" spc="-15" strike="noStrike">
                <a:latin typeface="Verdana"/>
              </a:rPr>
              <a:t>t</a:t>
            </a:r>
            <a:r>
              <a:rPr b="0" lang="en-IN" sz="2450" spc="32" strike="noStrike">
                <a:latin typeface="Verdana"/>
              </a:rPr>
              <a:t>e</a:t>
            </a:r>
            <a:r>
              <a:rPr b="0" lang="en-IN" sz="2450" spc="123" strike="noStrike">
                <a:latin typeface="Verdana"/>
              </a:rPr>
              <a:t>c</a:t>
            </a:r>
            <a:r>
              <a:rPr b="0" lang="en-IN" sz="2450" spc="32" strike="noStrike">
                <a:latin typeface="Verdana"/>
              </a:rPr>
              <a:t>t</a:t>
            </a:r>
            <a:r>
              <a:rPr b="0" lang="en-IN" sz="2450" spc="-12" strike="noStrike">
                <a:latin typeface="Verdana"/>
              </a:rPr>
              <a:t>i</a:t>
            </a:r>
            <a:r>
              <a:rPr b="0" lang="en-IN" sz="2450" spc="58" strike="noStrike">
                <a:latin typeface="Verdana"/>
              </a:rPr>
              <a:t>o</a:t>
            </a:r>
            <a:r>
              <a:rPr b="0" lang="en-IN" sz="2450" spc="123" strike="noStrike">
                <a:latin typeface="Verdana"/>
              </a:rPr>
              <a:t>n</a:t>
            </a:r>
            <a:r>
              <a:rPr b="0" lang="en-IN" sz="2450" spc="-216" strike="noStrike">
                <a:latin typeface="Verdana"/>
              </a:rPr>
              <a:t> </a:t>
            </a:r>
            <a:r>
              <a:rPr b="0" lang="en-IN" sz="2450" spc="-15" strike="noStrike">
                <a:latin typeface="Verdana"/>
              </a:rPr>
              <a:t>a</a:t>
            </a:r>
            <a:r>
              <a:rPr b="0" lang="en-IN" sz="2450" spc="123" strike="noStrike">
                <a:latin typeface="Verdana"/>
              </a:rPr>
              <a:t>n</a:t>
            </a:r>
            <a:r>
              <a:rPr b="0" lang="en-IN" sz="2450" spc="148" strike="noStrike">
                <a:latin typeface="Verdana"/>
              </a:rPr>
              <a:t>d</a:t>
            </a:r>
            <a:r>
              <a:rPr b="0" lang="en-IN" sz="2450" spc="-216" strike="noStrike">
                <a:latin typeface="Verdana"/>
              </a:rPr>
              <a:t> </a:t>
            </a:r>
            <a:r>
              <a:rPr b="0" lang="en-IN" sz="2450" spc="-12" strike="noStrike">
                <a:latin typeface="Verdana"/>
              </a:rPr>
              <a:t>i</a:t>
            </a:r>
            <a:r>
              <a:rPr b="0" lang="en-IN" sz="2450" spc="194" strike="noStrike">
                <a:latin typeface="Verdana"/>
              </a:rPr>
              <a:t>mp</a:t>
            </a:r>
            <a:r>
              <a:rPr b="0" lang="en-IN" sz="2450" spc="-92" strike="noStrike">
                <a:latin typeface="Verdana"/>
              </a:rPr>
              <a:t>r</a:t>
            </a:r>
            <a:r>
              <a:rPr b="0" lang="en-IN" sz="2450" spc="18" strike="noStrike">
                <a:latin typeface="Verdana"/>
              </a:rPr>
              <a:t>o</a:t>
            </a:r>
            <a:r>
              <a:rPr b="0" lang="en-IN" sz="2450" spc="-151" strike="noStrike">
                <a:latin typeface="Verdana"/>
              </a:rPr>
              <a:t>v</a:t>
            </a:r>
            <a:r>
              <a:rPr b="0" lang="en-IN" sz="2450" spc="32" strike="noStrike">
                <a:latin typeface="Verdana"/>
              </a:rPr>
              <a:t>e</a:t>
            </a:r>
            <a:r>
              <a:rPr b="0" lang="en-IN" sz="2450" spc="-216" strike="noStrike">
                <a:latin typeface="Verdana"/>
              </a:rPr>
              <a:t> </a:t>
            </a:r>
            <a:r>
              <a:rPr b="0" lang="en-IN" sz="2450" spc="137" strike="noStrike">
                <a:latin typeface="Verdana"/>
              </a:rPr>
              <a:t>p</a:t>
            </a:r>
            <a:r>
              <a:rPr b="0" lang="en-IN" sz="2450" spc="-15" strike="noStrike">
                <a:latin typeface="Verdana"/>
              </a:rPr>
              <a:t>a</a:t>
            </a:r>
            <a:r>
              <a:rPr b="0" lang="en-IN" sz="2450" spc="32" strike="noStrike">
                <a:latin typeface="Verdana"/>
              </a:rPr>
              <a:t>t</a:t>
            </a:r>
            <a:r>
              <a:rPr b="0" lang="en-IN" sz="2450" spc="-12" strike="noStrike">
                <a:latin typeface="Verdana"/>
              </a:rPr>
              <a:t>i</a:t>
            </a:r>
            <a:r>
              <a:rPr b="0" lang="en-IN" sz="2450" spc="32" strike="noStrike">
                <a:latin typeface="Verdana"/>
              </a:rPr>
              <a:t>e</a:t>
            </a:r>
            <a:r>
              <a:rPr b="0" lang="en-IN" sz="2450" spc="123" strike="noStrike">
                <a:latin typeface="Verdana"/>
              </a:rPr>
              <a:t>n</a:t>
            </a:r>
            <a:r>
              <a:rPr b="0" lang="en-IN" sz="2450" spc="32" strike="noStrike">
                <a:latin typeface="Verdana"/>
              </a:rPr>
              <a:t>t</a:t>
            </a:r>
            <a:endParaRPr b="0" lang="en-IN" sz="2450" spc="-1" strike="noStrike">
              <a:latin typeface="Arial"/>
            </a:endParaRPr>
          </a:p>
          <a:p>
            <a:pPr marL="29160" algn="ctr">
              <a:lnSpc>
                <a:spcPct val="100000"/>
              </a:lnSpc>
              <a:spcBef>
                <a:spcPts val="584"/>
              </a:spcBef>
              <a:buNone/>
            </a:pPr>
            <a:r>
              <a:rPr b="0" lang="en-IN" sz="2450" spc="12" strike="noStrike">
                <a:latin typeface="Verdana"/>
              </a:rPr>
              <a:t>outcomes.</a:t>
            </a:r>
            <a:endParaRPr b="0" lang="en-IN" sz="245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24" name="object 2"/>
          <p:cNvSpPr/>
          <p:nvPr/>
        </p:nvSpPr>
        <p:spPr>
          <a:xfrm>
            <a:off x="6195600" y="9055800"/>
            <a:ext cx="5896800" cy="1228320"/>
          </a:xfrm>
          <a:custGeom>
            <a:avLst/>
            <a:gdLst/>
            <a:ahLst/>
            <a:rect l="l" t="t" r="r" b="b"/>
            <a:pathLst>
              <a:path w="5897245" h="1228725">
                <a:moveTo>
                  <a:pt x="5897026" y="1228216"/>
                </a:moveTo>
                <a:lnTo>
                  <a:pt x="0" y="1228216"/>
                </a:lnTo>
                <a:lnTo>
                  <a:pt x="0" y="0"/>
                </a:lnTo>
                <a:lnTo>
                  <a:pt x="5897026" y="0"/>
                </a:lnTo>
                <a:lnTo>
                  <a:pt x="5897026" y="1228216"/>
                </a:lnTo>
                <a:close/>
              </a:path>
            </a:pathLst>
          </a:custGeom>
          <a:solidFill>
            <a:srgbClr val="000000"/>
          </a:solidFill>
          <a:ln w="0">
            <a:noFill/>
          </a:ln>
        </p:spPr>
        <p:style>
          <a:lnRef idx="0"/>
          <a:fillRef idx="0"/>
          <a:effectRef idx="0"/>
          <a:fontRef idx="minor"/>
        </p:style>
      </p:sp>
      <p:sp>
        <p:nvSpPr>
          <p:cNvPr id="125" name="object 3"/>
          <p:cNvSpPr/>
          <p:nvPr/>
        </p:nvSpPr>
        <p:spPr>
          <a:xfrm>
            <a:off x="11815560" y="0"/>
            <a:ext cx="6472080" cy="10286640"/>
          </a:xfrm>
          <a:custGeom>
            <a:avLst/>
            <a:gdLst/>
            <a:ahLst/>
            <a:rect l="l" t="t" r="r" b="b"/>
            <a:pathLst>
              <a:path w="6472555" h="10287000">
                <a:moveTo>
                  <a:pt x="6472263" y="0"/>
                </a:moveTo>
                <a:lnTo>
                  <a:pt x="0" y="0"/>
                </a:lnTo>
                <a:lnTo>
                  <a:pt x="0" y="1225372"/>
                </a:lnTo>
                <a:lnTo>
                  <a:pt x="5246255" y="1225372"/>
                </a:lnTo>
                <a:lnTo>
                  <a:pt x="5246255" y="9061425"/>
                </a:lnTo>
                <a:lnTo>
                  <a:pt x="0" y="9061425"/>
                </a:lnTo>
                <a:lnTo>
                  <a:pt x="0" y="10286797"/>
                </a:lnTo>
                <a:lnTo>
                  <a:pt x="6472263" y="10286797"/>
                </a:lnTo>
                <a:lnTo>
                  <a:pt x="6472263" y="9061425"/>
                </a:lnTo>
                <a:lnTo>
                  <a:pt x="6472263" y="1225372"/>
                </a:lnTo>
                <a:lnTo>
                  <a:pt x="6472263" y="0"/>
                </a:lnTo>
                <a:close/>
              </a:path>
            </a:pathLst>
          </a:custGeom>
          <a:solidFill>
            <a:srgbClr val="000000"/>
          </a:solidFill>
          <a:ln w="0">
            <a:noFill/>
          </a:ln>
        </p:spPr>
        <p:style>
          <a:lnRef idx="0"/>
          <a:fillRef idx="0"/>
          <a:effectRef idx="0"/>
          <a:fontRef idx="minor"/>
        </p:style>
      </p:sp>
      <p:sp>
        <p:nvSpPr>
          <p:cNvPr id="126" name="object 4"/>
          <p:cNvSpPr/>
          <p:nvPr/>
        </p:nvSpPr>
        <p:spPr>
          <a:xfrm>
            <a:off x="0" y="0"/>
            <a:ext cx="12092760" cy="10286640"/>
          </a:xfrm>
          <a:custGeom>
            <a:avLst/>
            <a:gdLst/>
            <a:ahLst/>
            <a:rect l="l" t="t" r="r" b="b"/>
            <a:pathLst>
              <a:path w="12092940" h="10287000">
                <a:moveTo>
                  <a:pt x="12092534" y="1511"/>
                </a:moveTo>
                <a:lnTo>
                  <a:pt x="6472250" y="1511"/>
                </a:lnTo>
                <a:lnTo>
                  <a:pt x="6472250" y="0"/>
                </a:lnTo>
                <a:lnTo>
                  <a:pt x="0" y="0"/>
                </a:lnTo>
                <a:lnTo>
                  <a:pt x="0" y="1225372"/>
                </a:lnTo>
                <a:lnTo>
                  <a:pt x="0" y="9061425"/>
                </a:lnTo>
                <a:lnTo>
                  <a:pt x="0" y="10286797"/>
                </a:lnTo>
                <a:lnTo>
                  <a:pt x="6472250" y="10286797"/>
                </a:lnTo>
                <a:lnTo>
                  <a:pt x="6472250" y="9061425"/>
                </a:lnTo>
                <a:lnTo>
                  <a:pt x="1225994" y="9061425"/>
                </a:lnTo>
                <a:lnTo>
                  <a:pt x="1225994" y="1225372"/>
                </a:lnTo>
                <a:lnTo>
                  <a:pt x="6195504" y="1225372"/>
                </a:lnTo>
                <a:lnTo>
                  <a:pt x="6195504" y="1229728"/>
                </a:lnTo>
                <a:lnTo>
                  <a:pt x="12092534" y="1229728"/>
                </a:lnTo>
                <a:lnTo>
                  <a:pt x="12092534" y="1511"/>
                </a:lnTo>
                <a:close/>
              </a:path>
            </a:pathLst>
          </a:custGeom>
          <a:solidFill>
            <a:srgbClr val="000000"/>
          </a:solidFill>
          <a:ln w="0">
            <a:noFill/>
          </a:ln>
        </p:spPr>
        <p:style>
          <a:lnRef idx="0"/>
          <a:fillRef idx="0"/>
          <a:effectRef idx="0"/>
          <a:fontRef idx="minor"/>
        </p:style>
      </p:sp>
      <p:sp>
        <p:nvSpPr>
          <p:cNvPr id="127" name="PlaceHolder 1"/>
          <p:cNvSpPr>
            <a:spLocks noGrp="1"/>
          </p:cNvSpPr>
          <p:nvPr>
            <p:ph type="title"/>
          </p:nvPr>
        </p:nvSpPr>
        <p:spPr>
          <a:xfrm>
            <a:off x="5879880" y="2482920"/>
            <a:ext cx="6517800" cy="1731960"/>
          </a:xfrm>
          <a:prstGeom prst="rect">
            <a:avLst/>
          </a:prstGeom>
          <a:noFill/>
          <a:ln w="0">
            <a:noFill/>
          </a:ln>
        </p:spPr>
        <p:txBody>
          <a:bodyPr lIns="0" rIns="0" tIns="14040" bIns="0" anchor="t">
            <a:noAutofit/>
          </a:bodyPr>
          <a:p>
            <a:pPr marL="12600">
              <a:lnSpc>
                <a:spcPct val="100000"/>
              </a:lnSpc>
              <a:spcBef>
                <a:spcPts val="111"/>
              </a:spcBef>
              <a:buNone/>
            </a:pPr>
            <a:r>
              <a:rPr b="1" lang="en-IN" sz="9500" spc="999" strike="noStrike">
                <a:solidFill>
                  <a:srgbClr val="000000"/>
                </a:solidFill>
                <a:latin typeface="Trebuchet MS"/>
              </a:rPr>
              <a:t>C</a:t>
            </a:r>
            <a:r>
              <a:rPr b="1" lang="en-IN" sz="9500" spc="94" strike="noStrike">
                <a:solidFill>
                  <a:srgbClr val="000000"/>
                </a:solidFill>
                <a:latin typeface="Trebuchet MS"/>
              </a:rPr>
              <a:t>o</a:t>
            </a:r>
            <a:r>
              <a:rPr b="1" lang="en-IN" sz="9500" spc="327" strike="noStrike">
                <a:solidFill>
                  <a:srgbClr val="000000"/>
                </a:solidFill>
                <a:latin typeface="Trebuchet MS"/>
              </a:rPr>
              <a:t>n</a:t>
            </a:r>
            <a:r>
              <a:rPr b="1" lang="en-IN" sz="9500" spc="-86" strike="noStrike">
                <a:solidFill>
                  <a:srgbClr val="000000"/>
                </a:solidFill>
                <a:latin typeface="Trebuchet MS"/>
              </a:rPr>
              <a:t>c</a:t>
            </a:r>
            <a:r>
              <a:rPr b="1" lang="en-IN" sz="9500" spc="307" strike="noStrike">
                <a:solidFill>
                  <a:srgbClr val="000000"/>
                </a:solidFill>
                <a:latin typeface="Trebuchet MS"/>
              </a:rPr>
              <a:t>l</a:t>
            </a:r>
            <a:r>
              <a:rPr b="1" lang="en-IN" sz="9500" spc="293" strike="noStrike">
                <a:solidFill>
                  <a:srgbClr val="000000"/>
                </a:solidFill>
                <a:latin typeface="Trebuchet MS"/>
              </a:rPr>
              <a:t>u</a:t>
            </a:r>
            <a:r>
              <a:rPr b="1" lang="en-IN" sz="9500" spc="389" strike="noStrike">
                <a:solidFill>
                  <a:srgbClr val="000000"/>
                </a:solidFill>
                <a:latin typeface="Trebuchet MS"/>
              </a:rPr>
              <a:t>s</a:t>
            </a:r>
            <a:r>
              <a:rPr b="1" lang="en-IN" sz="9500" spc="299" strike="noStrike">
                <a:solidFill>
                  <a:srgbClr val="000000"/>
                </a:solidFill>
                <a:latin typeface="Trebuchet MS"/>
              </a:rPr>
              <a:t>i</a:t>
            </a:r>
            <a:r>
              <a:rPr b="1" lang="en-IN" sz="9500" spc="94" strike="noStrike">
                <a:solidFill>
                  <a:srgbClr val="000000"/>
                </a:solidFill>
                <a:latin typeface="Trebuchet MS"/>
              </a:rPr>
              <a:t>o</a:t>
            </a:r>
            <a:r>
              <a:rPr b="1" lang="en-IN" sz="9500" spc="333" strike="noStrike">
                <a:solidFill>
                  <a:srgbClr val="000000"/>
                </a:solidFill>
                <a:latin typeface="Trebuchet MS"/>
              </a:rPr>
              <a:t>n</a:t>
            </a:r>
            <a:endParaRPr b="0" lang="en-IN" sz="9500" spc="-1" strike="noStrike">
              <a:latin typeface="Calibri"/>
            </a:endParaRPr>
          </a:p>
        </p:txBody>
      </p:sp>
      <p:sp>
        <p:nvSpPr>
          <p:cNvPr id="128" name="PlaceHolder 2"/>
          <p:cNvSpPr>
            <a:spLocks noGrp="1"/>
          </p:cNvSpPr>
          <p:nvPr>
            <p:ph/>
          </p:nvPr>
        </p:nvSpPr>
        <p:spPr>
          <a:xfrm>
            <a:off x="4261680" y="4736160"/>
            <a:ext cx="9764640" cy="5884200"/>
          </a:xfrm>
          <a:prstGeom prst="rect">
            <a:avLst/>
          </a:prstGeom>
          <a:noFill/>
          <a:ln w="0">
            <a:noFill/>
          </a:ln>
        </p:spPr>
        <p:txBody>
          <a:bodyPr lIns="0" rIns="0" tIns="8280" bIns="0" anchor="t">
            <a:noAutofit/>
          </a:bodyPr>
          <a:p>
            <a:pPr marL="2520" indent="-720" algn="ctr">
              <a:lnSpc>
                <a:spcPct val="102000"/>
              </a:lnSpc>
              <a:spcBef>
                <a:spcPts val="65"/>
              </a:spcBef>
              <a:buNone/>
              <a:tabLst>
                <a:tab algn="l" pos="0"/>
              </a:tabLst>
            </a:pPr>
            <a:r>
              <a:rPr b="0" lang="en-IN" sz="2450" spc="-287" strike="noStrike">
                <a:solidFill>
                  <a:srgbClr val="000000"/>
                </a:solidFill>
                <a:latin typeface="Verdana"/>
              </a:rPr>
              <a:t>I</a:t>
            </a:r>
            <a:r>
              <a:rPr b="0" lang="en-IN" sz="2450" spc="123" strike="noStrike">
                <a:solidFill>
                  <a:srgbClr val="000000"/>
                </a:solidFill>
                <a:latin typeface="Verdana"/>
              </a:rPr>
              <a:t>n</a:t>
            </a:r>
            <a:r>
              <a:rPr b="0" lang="en-IN" sz="2450" spc="-216" strike="noStrike">
                <a:solidFill>
                  <a:srgbClr val="000000"/>
                </a:solidFill>
                <a:latin typeface="Verdana"/>
              </a:rPr>
              <a:t> </a:t>
            </a:r>
            <a:r>
              <a:rPr b="0" lang="en-IN" sz="2450" spc="89" strike="noStrike">
                <a:solidFill>
                  <a:srgbClr val="000000"/>
                </a:solidFill>
                <a:latin typeface="Verdana"/>
              </a:rPr>
              <a:t>c</a:t>
            </a:r>
            <a:r>
              <a:rPr b="0" lang="en-IN" sz="2450" spc="58" strike="noStrike">
                <a:solidFill>
                  <a:srgbClr val="000000"/>
                </a:solidFill>
                <a:latin typeface="Verdana"/>
              </a:rPr>
              <a:t>o</a:t>
            </a:r>
            <a:r>
              <a:rPr b="0" lang="en-IN" sz="2450" spc="123" strike="noStrike">
                <a:solidFill>
                  <a:srgbClr val="000000"/>
                </a:solidFill>
                <a:latin typeface="Verdana"/>
              </a:rPr>
              <a:t>n</a:t>
            </a:r>
            <a:r>
              <a:rPr b="0" lang="en-IN" sz="2450" spc="94" strike="noStrike">
                <a:solidFill>
                  <a:srgbClr val="000000"/>
                </a:solidFill>
                <a:latin typeface="Verdana"/>
              </a:rPr>
              <a:t>c</a:t>
            </a:r>
            <a:r>
              <a:rPr b="0" lang="en-IN" sz="2450" spc="-12" strike="noStrike">
                <a:solidFill>
                  <a:srgbClr val="000000"/>
                </a:solidFill>
                <a:latin typeface="Verdana"/>
              </a:rPr>
              <a:t>l</a:t>
            </a:r>
            <a:r>
              <a:rPr b="0" lang="en-IN" sz="2450" spc="18" strike="noStrike">
                <a:solidFill>
                  <a:srgbClr val="000000"/>
                </a:solidFill>
                <a:latin typeface="Verdana"/>
              </a:rPr>
              <a:t>us</a:t>
            </a:r>
            <a:r>
              <a:rPr b="0" lang="en-IN" sz="2450" spc="-12" strike="noStrike">
                <a:solidFill>
                  <a:srgbClr val="000000"/>
                </a:solidFill>
                <a:latin typeface="Verdana"/>
              </a:rPr>
              <a:t>i</a:t>
            </a:r>
            <a:r>
              <a:rPr b="0" lang="en-IN" sz="2450" spc="58" strike="noStrike">
                <a:solidFill>
                  <a:srgbClr val="000000"/>
                </a:solidFill>
                <a:latin typeface="Verdana"/>
              </a:rPr>
              <a:t>o</a:t>
            </a:r>
            <a:r>
              <a:rPr b="0" lang="en-IN" sz="2450" spc="123" strike="noStrike">
                <a:solidFill>
                  <a:srgbClr val="000000"/>
                </a:solidFill>
                <a:latin typeface="Verdana"/>
              </a:rPr>
              <a:t>n</a:t>
            </a:r>
            <a:r>
              <a:rPr b="0" lang="en-IN" sz="2450" spc="-372" strike="noStrike">
                <a:solidFill>
                  <a:srgbClr val="000000"/>
                </a:solidFill>
                <a:latin typeface="Verdana"/>
              </a:rPr>
              <a:t>,</a:t>
            </a:r>
            <a:r>
              <a:rPr b="0" lang="en-IN" sz="2450" spc="-216" strike="noStrike">
                <a:solidFill>
                  <a:srgbClr val="000000"/>
                </a:solidFill>
                <a:latin typeface="Verdana"/>
              </a:rPr>
              <a:t> </a:t>
            </a:r>
            <a:r>
              <a:rPr b="0" lang="en-IN" sz="2450" spc="-15" strike="noStrike">
                <a:solidFill>
                  <a:srgbClr val="000000"/>
                </a:solidFill>
                <a:latin typeface="Verdana"/>
              </a:rPr>
              <a:t>a</a:t>
            </a:r>
            <a:r>
              <a:rPr b="0" lang="en-IN" sz="2450" spc="148" strike="noStrike">
                <a:solidFill>
                  <a:srgbClr val="000000"/>
                </a:solidFill>
                <a:latin typeface="Verdana"/>
              </a:rPr>
              <a:t>d</a:t>
            </a:r>
            <a:r>
              <a:rPr b="0" lang="en-IN" sz="2450" spc="-151" strike="noStrike">
                <a:solidFill>
                  <a:srgbClr val="000000"/>
                </a:solidFill>
                <a:latin typeface="Verdana"/>
              </a:rPr>
              <a:t>v</a:t>
            </a:r>
            <a:r>
              <a:rPr b="0" lang="en-IN" sz="2450" spc="-15" strike="noStrike">
                <a:solidFill>
                  <a:srgbClr val="000000"/>
                </a:solidFill>
                <a:latin typeface="Verdana"/>
              </a:rPr>
              <a:t>a</a:t>
            </a:r>
            <a:r>
              <a:rPr b="0" lang="en-IN" sz="2450" spc="123" strike="noStrike">
                <a:solidFill>
                  <a:srgbClr val="000000"/>
                </a:solidFill>
                <a:latin typeface="Verdana"/>
              </a:rPr>
              <a:t>n</a:t>
            </a:r>
            <a:r>
              <a:rPr b="0" lang="en-IN" sz="2450" spc="89" strike="noStrike">
                <a:solidFill>
                  <a:srgbClr val="000000"/>
                </a:solidFill>
                <a:latin typeface="Verdana"/>
              </a:rPr>
              <a:t>c</a:t>
            </a:r>
            <a:r>
              <a:rPr b="0" lang="en-IN" sz="2450" spc="32" strike="noStrike">
                <a:solidFill>
                  <a:srgbClr val="000000"/>
                </a:solidFill>
                <a:latin typeface="Verdana"/>
              </a:rPr>
              <a:t>e</a:t>
            </a:r>
            <a:r>
              <a:rPr b="0" lang="en-IN" sz="2450" spc="148" strike="noStrike">
                <a:solidFill>
                  <a:srgbClr val="000000"/>
                </a:solidFill>
                <a:latin typeface="Verdana"/>
              </a:rPr>
              <a:t>d</a:t>
            </a:r>
            <a:r>
              <a:rPr b="0" lang="en-IN" sz="2450" spc="-216" strike="noStrike">
                <a:solidFill>
                  <a:srgbClr val="000000"/>
                </a:solidFill>
                <a:latin typeface="Verdana"/>
              </a:rPr>
              <a:t> </a:t>
            </a:r>
            <a:r>
              <a:rPr b="0" lang="en-IN" sz="2450" spc="239" strike="noStrike">
                <a:solidFill>
                  <a:srgbClr val="000000"/>
                </a:solidFill>
                <a:latin typeface="Verdana"/>
              </a:rPr>
              <a:t>m</a:t>
            </a:r>
            <a:r>
              <a:rPr b="0" lang="en-IN" sz="2450" spc="-12" strike="noStrike">
                <a:solidFill>
                  <a:srgbClr val="000000"/>
                </a:solidFill>
                <a:latin typeface="Verdana"/>
              </a:rPr>
              <a:t>a</a:t>
            </a:r>
            <a:r>
              <a:rPr b="0" lang="en-IN" sz="2450" spc="94" strike="noStrike">
                <a:solidFill>
                  <a:srgbClr val="000000"/>
                </a:solidFill>
                <a:latin typeface="Verdana"/>
              </a:rPr>
              <a:t>c</a:t>
            </a:r>
            <a:r>
              <a:rPr b="0" lang="en-IN" sz="2450" spc="123" strike="noStrike">
                <a:solidFill>
                  <a:srgbClr val="000000"/>
                </a:solidFill>
                <a:latin typeface="Verdana"/>
              </a:rPr>
              <a:t>h</a:t>
            </a:r>
            <a:r>
              <a:rPr b="0" lang="en-IN" sz="2450" spc="-12" strike="noStrike">
                <a:solidFill>
                  <a:srgbClr val="000000"/>
                </a:solidFill>
                <a:latin typeface="Verdana"/>
              </a:rPr>
              <a:t>i</a:t>
            </a:r>
            <a:r>
              <a:rPr b="0" lang="en-IN" sz="2450" spc="123" strike="noStrike">
                <a:solidFill>
                  <a:srgbClr val="000000"/>
                </a:solidFill>
                <a:latin typeface="Verdana"/>
              </a:rPr>
              <a:t>n</a:t>
            </a:r>
            <a:r>
              <a:rPr b="0" lang="en-IN" sz="2450" spc="32" strike="noStrike">
                <a:solidFill>
                  <a:srgbClr val="000000"/>
                </a:solidFill>
                <a:latin typeface="Verdana"/>
              </a:rPr>
              <a:t>e</a:t>
            </a:r>
            <a:r>
              <a:rPr b="0" lang="en-IN" sz="2450" spc="-216" strike="noStrike">
                <a:solidFill>
                  <a:srgbClr val="000000"/>
                </a:solidFill>
                <a:latin typeface="Verdana"/>
              </a:rPr>
              <a:t> </a:t>
            </a:r>
            <a:r>
              <a:rPr b="0" lang="en-IN" sz="2450" spc="-12" strike="noStrike">
                <a:solidFill>
                  <a:srgbClr val="000000"/>
                </a:solidFill>
                <a:latin typeface="Verdana"/>
              </a:rPr>
              <a:t>l</a:t>
            </a:r>
            <a:r>
              <a:rPr b="0" lang="en-IN" sz="2450" spc="-7" strike="noStrike">
                <a:solidFill>
                  <a:srgbClr val="000000"/>
                </a:solidFill>
                <a:latin typeface="Verdana"/>
              </a:rPr>
              <a:t>e</a:t>
            </a:r>
            <a:r>
              <a:rPr b="0" lang="en-IN" sz="2450" spc="-15" strike="noStrike">
                <a:solidFill>
                  <a:srgbClr val="000000"/>
                </a:solidFill>
                <a:latin typeface="Verdana"/>
              </a:rPr>
              <a:t>a</a:t>
            </a:r>
            <a:r>
              <a:rPr b="0" lang="en-IN" sz="2450" spc="-75" strike="noStrike">
                <a:solidFill>
                  <a:srgbClr val="000000"/>
                </a:solidFill>
                <a:latin typeface="Verdana"/>
              </a:rPr>
              <a:t>r</a:t>
            </a:r>
            <a:r>
              <a:rPr b="0" lang="en-IN" sz="2450" spc="123" strike="noStrike">
                <a:solidFill>
                  <a:srgbClr val="000000"/>
                </a:solidFill>
                <a:latin typeface="Verdana"/>
              </a:rPr>
              <a:t>n</a:t>
            </a:r>
            <a:r>
              <a:rPr b="0" lang="en-IN" sz="2450" spc="-12" strike="noStrike">
                <a:solidFill>
                  <a:srgbClr val="000000"/>
                </a:solidFill>
                <a:latin typeface="Verdana"/>
              </a:rPr>
              <a:t>i</a:t>
            </a:r>
            <a:r>
              <a:rPr b="0" lang="en-IN" sz="2450" spc="123" strike="noStrike">
                <a:solidFill>
                  <a:srgbClr val="000000"/>
                </a:solidFill>
                <a:latin typeface="Verdana"/>
              </a:rPr>
              <a:t>n</a:t>
            </a:r>
            <a:r>
              <a:rPr b="0" lang="en-IN" sz="2450" spc="168" strike="noStrike">
                <a:solidFill>
                  <a:srgbClr val="000000"/>
                </a:solidFill>
                <a:latin typeface="Verdana"/>
              </a:rPr>
              <a:t>g</a:t>
            </a:r>
            <a:r>
              <a:rPr b="0" lang="en-IN" sz="2450" spc="-216" strike="noStrike">
                <a:solidFill>
                  <a:srgbClr val="000000"/>
                </a:solidFill>
                <a:latin typeface="Verdana"/>
              </a:rPr>
              <a:t> </a:t>
            </a:r>
            <a:r>
              <a:rPr b="0" lang="en-IN" sz="2450" spc="239" strike="noStrike">
                <a:solidFill>
                  <a:srgbClr val="000000"/>
                </a:solidFill>
                <a:latin typeface="Verdana"/>
              </a:rPr>
              <a:t>m</a:t>
            </a:r>
            <a:r>
              <a:rPr b="0" lang="en-IN" sz="2450" spc="58" strike="noStrike">
                <a:solidFill>
                  <a:srgbClr val="000000"/>
                </a:solidFill>
                <a:latin typeface="Verdana"/>
              </a:rPr>
              <a:t>o</a:t>
            </a:r>
            <a:r>
              <a:rPr b="0" lang="en-IN" sz="2450" spc="148" strike="noStrike">
                <a:solidFill>
                  <a:srgbClr val="000000"/>
                </a:solidFill>
                <a:latin typeface="Verdana"/>
              </a:rPr>
              <a:t>d</a:t>
            </a:r>
            <a:r>
              <a:rPr b="0" lang="en-IN" sz="2450" spc="32" strike="noStrike">
                <a:solidFill>
                  <a:srgbClr val="000000"/>
                </a:solidFill>
                <a:latin typeface="Verdana"/>
              </a:rPr>
              <a:t>e</a:t>
            </a:r>
            <a:r>
              <a:rPr b="0" lang="en-IN" sz="2450" spc="-12" strike="noStrike">
                <a:solidFill>
                  <a:srgbClr val="000000"/>
                </a:solidFill>
                <a:latin typeface="Verdana"/>
              </a:rPr>
              <a:t>l</a:t>
            </a:r>
            <a:r>
              <a:rPr b="0" lang="en-IN" sz="2450" spc="-72" strike="noStrike">
                <a:solidFill>
                  <a:srgbClr val="000000"/>
                </a:solidFill>
                <a:latin typeface="Verdana"/>
              </a:rPr>
              <a:t>s</a:t>
            </a:r>
            <a:r>
              <a:rPr b="0" lang="en-IN" sz="2450" spc="-216" strike="noStrike">
                <a:solidFill>
                  <a:srgbClr val="000000"/>
                </a:solidFill>
                <a:latin typeface="Verdana"/>
              </a:rPr>
              <a:t> </a:t>
            </a:r>
            <a:r>
              <a:rPr b="0" lang="en-IN" sz="2450" spc="58" strike="noStrike">
                <a:solidFill>
                  <a:srgbClr val="000000"/>
                </a:solidFill>
                <a:latin typeface="Verdana"/>
              </a:rPr>
              <a:t>o</a:t>
            </a:r>
            <a:r>
              <a:rPr b="0" lang="en-IN" sz="2450" spc="-26" strike="noStrike">
                <a:solidFill>
                  <a:srgbClr val="000000"/>
                </a:solidFill>
                <a:latin typeface="Verdana"/>
              </a:rPr>
              <a:t>f</a:t>
            </a:r>
            <a:r>
              <a:rPr b="0" lang="en-IN" sz="2450" spc="-52" strike="noStrike">
                <a:solidFill>
                  <a:srgbClr val="000000"/>
                </a:solidFill>
                <a:latin typeface="Verdana"/>
              </a:rPr>
              <a:t>f</a:t>
            </a:r>
            <a:r>
              <a:rPr b="0" lang="en-IN" sz="2450" spc="32" strike="noStrike">
                <a:solidFill>
                  <a:srgbClr val="000000"/>
                </a:solidFill>
                <a:latin typeface="Verdana"/>
              </a:rPr>
              <a:t>e</a:t>
            </a:r>
            <a:r>
              <a:rPr b="0" lang="en-IN" sz="2450" spc="-55" strike="noStrike">
                <a:solidFill>
                  <a:srgbClr val="000000"/>
                </a:solidFill>
                <a:latin typeface="Verdana"/>
              </a:rPr>
              <a:t>r</a:t>
            </a:r>
            <a:r>
              <a:rPr b="0" lang="en-IN" sz="2450" spc="-216" strike="noStrike">
                <a:solidFill>
                  <a:srgbClr val="000000"/>
                </a:solidFill>
                <a:latin typeface="Verdana"/>
              </a:rPr>
              <a:t> </a:t>
            </a:r>
            <a:r>
              <a:rPr b="0" lang="en-IN" sz="2450" spc="-12" strike="noStrike">
                <a:solidFill>
                  <a:srgbClr val="000000"/>
                </a:solidFill>
                <a:latin typeface="Verdana"/>
              </a:rPr>
              <a:t>a  </a:t>
            </a:r>
            <a:r>
              <a:rPr b="0" lang="en-IN" sz="2450" spc="43" strike="noStrike">
                <a:solidFill>
                  <a:srgbClr val="000000"/>
                </a:solidFill>
                <a:latin typeface="Verdana"/>
              </a:rPr>
              <a:t>powerful</a:t>
            </a:r>
            <a:r>
              <a:rPr b="0" lang="en-IN" sz="2450" spc="-216" strike="noStrike">
                <a:solidFill>
                  <a:srgbClr val="000000"/>
                </a:solidFill>
                <a:latin typeface="Verdana"/>
              </a:rPr>
              <a:t> </a:t>
            </a:r>
            <a:r>
              <a:rPr b="0" lang="en-IN" sz="2450" spc="24" strike="noStrike">
                <a:solidFill>
                  <a:srgbClr val="000000"/>
                </a:solidFill>
                <a:latin typeface="Verdana"/>
              </a:rPr>
              <a:t>tool</a:t>
            </a:r>
            <a:r>
              <a:rPr b="0" lang="en-IN" sz="2450" spc="-216" strike="noStrike">
                <a:solidFill>
                  <a:srgbClr val="000000"/>
                </a:solidFill>
                <a:latin typeface="Verdana"/>
              </a:rPr>
              <a:t> </a:t>
            </a:r>
            <a:r>
              <a:rPr b="0" lang="en-IN" sz="2450" spc="-15" strike="noStrike">
                <a:solidFill>
                  <a:srgbClr val="000000"/>
                </a:solidFill>
                <a:latin typeface="Verdana"/>
              </a:rPr>
              <a:t>for</a:t>
            </a:r>
            <a:r>
              <a:rPr b="0" lang="en-IN" sz="2450" spc="-211" strike="noStrike">
                <a:solidFill>
                  <a:srgbClr val="000000"/>
                </a:solidFill>
                <a:latin typeface="Verdana"/>
              </a:rPr>
              <a:t> </a:t>
            </a:r>
            <a:r>
              <a:rPr b="0" lang="en-IN" sz="2450" spc="29" strike="noStrike">
                <a:solidFill>
                  <a:srgbClr val="000000"/>
                </a:solidFill>
                <a:latin typeface="Verdana"/>
              </a:rPr>
              <a:t>accurate</a:t>
            </a:r>
            <a:r>
              <a:rPr b="0" lang="en-IN" sz="2450" spc="-216" strike="noStrike">
                <a:solidFill>
                  <a:srgbClr val="000000"/>
                </a:solidFill>
                <a:latin typeface="Verdana"/>
              </a:rPr>
              <a:t> </a:t>
            </a:r>
            <a:r>
              <a:rPr b="0" lang="en-IN" sz="2450" spc="-1" strike="noStrike">
                <a:solidFill>
                  <a:srgbClr val="000000"/>
                </a:solidFill>
                <a:latin typeface="Verdana"/>
              </a:rPr>
              <a:t>disease</a:t>
            </a:r>
            <a:r>
              <a:rPr b="0" lang="en-IN" sz="2450" spc="-211" strike="noStrike">
                <a:solidFill>
                  <a:srgbClr val="000000"/>
                </a:solidFill>
                <a:latin typeface="Verdana"/>
              </a:rPr>
              <a:t> </a:t>
            </a:r>
            <a:r>
              <a:rPr b="0" lang="en-IN" sz="2450" spc="58" strike="noStrike">
                <a:solidFill>
                  <a:srgbClr val="000000"/>
                </a:solidFill>
                <a:latin typeface="Verdana"/>
              </a:rPr>
              <a:t>detection</a:t>
            </a:r>
            <a:r>
              <a:rPr b="0" lang="en-IN" sz="2450" spc="-216" strike="noStrike">
                <a:solidFill>
                  <a:srgbClr val="000000"/>
                </a:solidFill>
                <a:latin typeface="Verdana"/>
              </a:rPr>
              <a:t> </a:t>
            </a:r>
            <a:r>
              <a:rPr b="0" lang="en-IN" sz="2450" spc="83" strike="noStrike">
                <a:solidFill>
                  <a:srgbClr val="000000"/>
                </a:solidFill>
                <a:latin typeface="Verdana"/>
              </a:rPr>
              <a:t>and</a:t>
            </a:r>
            <a:r>
              <a:rPr b="0" lang="en-IN" sz="2450" spc="-211" strike="noStrike">
                <a:solidFill>
                  <a:srgbClr val="000000"/>
                </a:solidFill>
                <a:latin typeface="Verdana"/>
              </a:rPr>
              <a:t> </a:t>
            </a:r>
            <a:r>
              <a:rPr b="0" lang="en-IN" sz="2450" spc="29" strike="noStrike">
                <a:solidFill>
                  <a:srgbClr val="000000"/>
                </a:solidFill>
                <a:latin typeface="Verdana"/>
              </a:rPr>
              <a:t>personalized </a:t>
            </a:r>
            <a:r>
              <a:rPr b="0" lang="en-IN" sz="2450" spc="-846" strike="noStrike">
                <a:solidFill>
                  <a:srgbClr val="000000"/>
                </a:solidFill>
                <a:latin typeface="Verdana"/>
              </a:rPr>
              <a:t> </a:t>
            </a:r>
            <a:r>
              <a:rPr b="0" lang="en-IN" sz="2450" spc="4" strike="noStrike">
                <a:solidFill>
                  <a:srgbClr val="000000"/>
                </a:solidFill>
                <a:latin typeface="Verdana"/>
              </a:rPr>
              <a:t>treatment.</a:t>
            </a:r>
            <a:r>
              <a:rPr b="0" lang="en-IN" sz="2450" spc="-216" strike="noStrike">
                <a:solidFill>
                  <a:srgbClr val="000000"/>
                </a:solidFill>
                <a:latin typeface="Verdana"/>
              </a:rPr>
              <a:t> </a:t>
            </a:r>
            <a:r>
              <a:rPr b="0" lang="en-IN" sz="2450" spc="32" strike="noStrike">
                <a:solidFill>
                  <a:srgbClr val="000000"/>
                </a:solidFill>
                <a:latin typeface="Verdana"/>
              </a:rPr>
              <a:t>By</a:t>
            </a:r>
            <a:r>
              <a:rPr b="0" lang="en-IN" sz="2450" spc="-216" strike="noStrike">
                <a:solidFill>
                  <a:srgbClr val="000000"/>
                </a:solidFill>
                <a:latin typeface="Verdana"/>
              </a:rPr>
              <a:t> </a:t>
            </a:r>
            <a:r>
              <a:rPr b="0" lang="en-IN" sz="2450" spc="24" strike="noStrike">
                <a:solidFill>
                  <a:srgbClr val="000000"/>
                </a:solidFill>
                <a:latin typeface="Verdana"/>
              </a:rPr>
              <a:t>leveraging</a:t>
            </a:r>
            <a:r>
              <a:rPr b="0" lang="en-IN" sz="2450" spc="-216" strike="noStrike">
                <a:solidFill>
                  <a:srgbClr val="000000"/>
                </a:solidFill>
                <a:latin typeface="Verdana"/>
              </a:rPr>
              <a:t> </a:t>
            </a:r>
            <a:r>
              <a:rPr b="0" lang="en-IN" sz="2450" spc="18" strike="noStrike">
                <a:solidFill>
                  <a:srgbClr val="000000"/>
                </a:solidFill>
                <a:latin typeface="Verdana"/>
              </a:rPr>
              <a:t>large</a:t>
            </a:r>
            <a:r>
              <a:rPr b="0" lang="en-IN" sz="2450" spc="-216" strike="noStrike">
                <a:solidFill>
                  <a:srgbClr val="000000"/>
                </a:solidFill>
                <a:latin typeface="Verdana"/>
              </a:rPr>
              <a:t> </a:t>
            </a:r>
            <a:r>
              <a:rPr b="0" lang="en-IN" sz="2450" spc="69" strike="noStrike">
                <a:solidFill>
                  <a:srgbClr val="000000"/>
                </a:solidFill>
                <a:latin typeface="Verdana"/>
              </a:rPr>
              <a:t>amounts</a:t>
            </a:r>
            <a:r>
              <a:rPr b="0" lang="en-IN" sz="2450" spc="-216" strike="noStrike">
                <a:solidFill>
                  <a:srgbClr val="000000"/>
                </a:solidFill>
                <a:latin typeface="Verdana"/>
              </a:rPr>
              <a:t> </a:t>
            </a:r>
            <a:r>
              <a:rPr b="0" lang="en-IN" sz="2450" spc="18" strike="noStrike">
                <a:solidFill>
                  <a:srgbClr val="000000"/>
                </a:solidFill>
                <a:latin typeface="Verdana"/>
              </a:rPr>
              <a:t>of</a:t>
            </a:r>
            <a:r>
              <a:rPr b="0" lang="en-IN" sz="2450" spc="-216" strike="noStrike">
                <a:solidFill>
                  <a:srgbClr val="000000"/>
                </a:solidFill>
                <a:latin typeface="Verdana"/>
              </a:rPr>
              <a:t> </a:t>
            </a:r>
            <a:r>
              <a:rPr b="0" lang="en-IN" sz="2450" spc="49" strike="noStrike">
                <a:solidFill>
                  <a:srgbClr val="000000"/>
                </a:solidFill>
                <a:latin typeface="Verdana"/>
              </a:rPr>
              <a:t>patient</a:t>
            </a:r>
            <a:r>
              <a:rPr b="0" lang="en-IN" sz="2450" spc="-216" strike="noStrike">
                <a:solidFill>
                  <a:srgbClr val="000000"/>
                </a:solidFill>
                <a:latin typeface="Verdana"/>
              </a:rPr>
              <a:t> </a:t>
            </a:r>
            <a:r>
              <a:rPr b="0" lang="en-IN" sz="2450" spc="-41" strike="noStrike">
                <a:solidFill>
                  <a:srgbClr val="000000"/>
                </a:solidFill>
                <a:latin typeface="Verdana"/>
              </a:rPr>
              <a:t>data,</a:t>
            </a:r>
            <a:r>
              <a:rPr b="0" lang="en-IN" sz="2450" spc="-216" strike="noStrike">
                <a:solidFill>
                  <a:srgbClr val="000000"/>
                </a:solidFill>
                <a:latin typeface="Verdana"/>
              </a:rPr>
              <a:t> </a:t>
            </a:r>
            <a:r>
              <a:rPr b="0" lang="en-IN" sz="2450" spc="29" strike="noStrike">
                <a:solidFill>
                  <a:srgbClr val="000000"/>
                </a:solidFill>
                <a:latin typeface="Verdana"/>
              </a:rPr>
              <a:t>these </a:t>
            </a:r>
            <a:r>
              <a:rPr b="0" lang="en-IN" sz="2450" spc="-851" strike="noStrike">
                <a:solidFill>
                  <a:srgbClr val="000000"/>
                </a:solidFill>
                <a:latin typeface="Verdana"/>
              </a:rPr>
              <a:t> </a:t>
            </a:r>
            <a:r>
              <a:rPr b="0" lang="en-IN" sz="2450" spc="69" strike="noStrike">
                <a:solidFill>
                  <a:srgbClr val="000000"/>
                </a:solidFill>
                <a:latin typeface="Verdana"/>
              </a:rPr>
              <a:t>models </a:t>
            </a:r>
            <a:r>
              <a:rPr b="0" lang="en-IN" sz="2450" spc="72" strike="noStrike">
                <a:solidFill>
                  <a:srgbClr val="000000"/>
                </a:solidFill>
                <a:latin typeface="Verdana"/>
              </a:rPr>
              <a:t>can </a:t>
            </a:r>
            <a:r>
              <a:rPr b="0" lang="en-IN" sz="2450" spc="24" strike="noStrike">
                <a:solidFill>
                  <a:srgbClr val="000000"/>
                </a:solidFill>
                <a:latin typeface="Verdana"/>
              </a:rPr>
              <a:t>identify </a:t>
            </a:r>
            <a:r>
              <a:rPr b="0" lang="en-IN" sz="2450" spc="12" strike="noStrike">
                <a:solidFill>
                  <a:srgbClr val="000000"/>
                </a:solidFill>
                <a:latin typeface="Verdana"/>
              </a:rPr>
              <a:t>patterns </a:t>
            </a:r>
            <a:r>
              <a:rPr b="0" lang="en-IN" sz="2450" spc="83" strike="noStrike">
                <a:solidFill>
                  <a:srgbClr val="000000"/>
                </a:solidFill>
                <a:latin typeface="Verdana"/>
              </a:rPr>
              <a:t>and </a:t>
            </a:r>
            <a:r>
              <a:rPr b="0" lang="en-IN" sz="2450" spc="-32" strike="noStrike">
                <a:solidFill>
                  <a:srgbClr val="000000"/>
                </a:solidFill>
                <a:latin typeface="Verdana"/>
              </a:rPr>
              <a:t>risk </a:t>
            </a:r>
            <a:r>
              <a:rPr b="0" lang="en-IN" sz="2450" spc="-7" strike="noStrike">
                <a:solidFill>
                  <a:srgbClr val="000000"/>
                </a:solidFill>
                <a:latin typeface="Verdana"/>
              </a:rPr>
              <a:t>factors </a:t>
            </a:r>
            <a:r>
              <a:rPr b="0" lang="en-IN" sz="2450" spc="43" strike="noStrike">
                <a:solidFill>
                  <a:srgbClr val="000000"/>
                </a:solidFill>
                <a:latin typeface="Verdana"/>
              </a:rPr>
              <a:t>that </a:t>
            </a:r>
            <a:r>
              <a:rPr b="0" lang="en-IN" sz="2450" spc="24" strike="noStrike">
                <a:solidFill>
                  <a:srgbClr val="000000"/>
                </a:solidFill>
                <a:latin typeface="Verdana"/>
              </a:rPr>
              <a:t>traditional </a:t>
            </a:r>
            <a:r>
              <a:rPr b="0" lang="en-IN" sz="2450" spc="-851" strike="noStrike">
                <a:solidFill>
                  <a:srgbClr val="000000"/>
                </a:solidFill>
                <a:latin typeface="Verdana"/>
              </a:rPr>
              <a:t> </a:t>
            </a:r>
            <a:r>
              <a:rPr b="0" lang="en-IN" sz="2450" spc="52" strike="noStrike">
                <a:solidFill>
                  <a:srgbClr val="000000"/>
                </a:solidFill>
                <a:latin typeface="Verdana"/>
              </a:rPr>
              <a:t>diagnostic </a:t>
            </a:r>
            <a:r>
              <a:rPr b="0" lang="en-IN" sz="2450" spc="77" strike="noStrike">
                <a:solidFill>
                  <a:srgbClr val="000000"/>
                </a:solidFill>
                <a:latin typeface="Verdana"/>
              </a:rPr>
              <a:t>methods </a:t>
            </a:r>
            <a:r>
              <a:rPr b="0" lang="en-IN" sz="2450" spc="29" strike="noStrike">
                <a:solidFill>
                  <a:srgbClr val="000000"/>
                </a:solidFill>
                <a:latin typeface="Verdana"/>
              </a:rPr>
              <a:t>may </a:t>
            </a:r>
            <a:r>
              <a:rPr b="0" lang="en-IN" sz="2450" spc="-55" strike="noStrike">
                <a:solidFill>
                  <a:srgbClr val="000000"/>
                </a:solidFill>
                <a:latin typeface="Verdana"/>
              </a:rPr>
              <a:t>miss. </a:t>
            </a:r>
            <a:r>
              <a:rPr b="0" lang="en-IN" sz="2450" spc="-32" strike="noStrike">
                <a:solidFill>
                  <a:srgbClr val="000000"/>
                </a:solidFill>
                <a:latin typeface="Verdana"/>
              </a:rPr>
              <a:t>However, </a:t>
            </a:r>
            <a:r>
              <a:rPr b="0" lang="en-IN" sz="2450" spc="29" strike="noStrike">
                <a:solidFill>
                  <a:srgbClr val="000000"/>
                </a:solidFill>
                <a:latin typeface="Verdana"/>
              </a:rPr>
              <a:t>further </a:t>
            </a:r>
            <a:r>
              <a:rPr b="0" lang="en-IN" sz="2450" spc="-7" strike="noStrike">
                <a:solidFill>
                  <a:srgbClr val="000000"/>
                </a:solidFill>
                <a:latin typeface="Verdana"/>
              </a:rPr>
              <a:t>research </a:t>
            </a:r>
            <a:r>
              <a:rPr b="0" lang="en-IN" sz="2450" spc="-41" strike="noStrike">
                <a:solidFill>
                  <a:srgbClr val="000000"/>
                </a:solidFill>
                <a:latin typeface="Verdana"/>
              </a:rPr>
              <a:t>is </a:t>
            </a:r>
            <a:r>
              <a:rPr b="0" lang="en-IN" sz="2450" spc="-35" strike="noStrike">
                <a:solidFill>
                  <a:srgbClr val="000000"/>
                </a:solidFill>
                <a:latin typeface="Verdana"/>
              </a:rPr>
              <a:t> </a:t>
            </a:r>
            <a:r>
              <a:rPr b="0" lang="en-IN" sz="2450" spc="83" strike="noStrike">
                <a:solidFill>
                  <a:srgbClr val="000000"/>
                </a:solidFill>
                <a:latin typeface="Verdana"/>
              </a:rPr>
              <a:t>needed</a:t>
            </a:r>
            <a:r>
              <a:rPr b="0" lang="en-IN" sz="2450" spc="-211" strike="noStrike">
                <a:solidFill>
                  <a:srgbClr val="000000"/>
                </a:solidFill>
                <a:latin typeface="Verdana"/>
              </a:rPr>
              <a:t> </a:t>
            </a:r>
            <a:r>
              <a:rPr b="0" lang="en-IN" sz="2450" spc="24" strike="noStrike">
                <a:solidFill>
                  <a:srgbClr val="000000"/>
                </a:solidFill>
                <a:latin typeface="Verdana"/>
              </a:rPr>
              <a:t>to</a:t>
            </a:r>
            <a:r>
              <a:rPr b="0" lang="en-IN" sz="2450" spc="-211" strike="noStrike">
                <a:solidFill>
                  <a:srgbClr val="000000"/>
                </a:solidFill>
                <a:latin typeface="Verdana"/>
              </a:rPr>
              <a:t> </a:t>
            </a:r>
            <a:r>
              <a:rPr b="0" lang="en-IN" sz="2450" spc="52" strike="noStrike">
                <a:solidFill>
                  <a:srgbClr val="000000"/>
                </a:solidFill>
                <a:latin typeface="Verdana"/>
              </a:rPr>
              <a:t>optimize</a:t>
            </a:r>
            <a:r>
              <a:rPr b="0" lang="en-IN" sz="2450" spc="-211" strike="noStrike">
                <a:solidFill>
                  <a:srgbClr val="000000"/>
                </a:solidFill>
                <a:latin typeface="Verdana"/>
              </a:rPr>
              <a:t> </a:t>
            </a:r>
            <a:r>
              <a:rPr b="0" lang="en-IN" sz="2450" spc="29" strike="noStrike">
                <a:solidFill>
                  <a:srgbClr val="000000"/>
                </a:solidFill>
                <a:latin typeface="Verdana"/>
              </a:rPr>
              <a:t>these</a:t>
            </a:r>
            <a:r>
              <a:rPr b="0" lang="en-IN" sz="2450" spc="-211" strike="noStrike">
                <a:solidFill>
                  <a:srgbClr val="000000"/>
                </a:solidFill>
                <a:latin typeface="Verdana"/>
              </a:rPr>
              <a:t> </a:t>
            </a:r>
            <a:r>
              <a:rPr b="0" lang="en-IN" sz="2450" spc="69" strike="noStrike">
                <a:solidFill>
                  <a:srgbClr val="000000"/>
                </a:solidFill>
                <a:latin typeface="Verdana"/>
              </a:rPr>
              <a:t>models</a:t>
            </a:r>
            <a:r>
              <a:rPr b="0" lang="en-IN" sz="2450" spc="-211" strike="noStrike">
                <a:solidFill>
                  <a:srgbClr val="000000"/>
                </a:solidFill>
                <a:latin typeface="Verdana"/>
              </a:rPr>
              <a:t> </a:t>
            </a:r>
            <a:r>
              <a:rPr b="0" lang="en-IN" sz="2450" spc="83" strike="noStrike">
                <a:solidFill>
                  <a:srgbClr val="000000"/>
                </a:solidFill>
                <a:latin typeface="Verdana"/>
              </a:rPr>
              <a:t>and</a:t>
            </a:r>
            <a:r>
              <a:rPr b="0" lang="en-IN" sz="2450" spc="-211" strike="noStrike">
                <a:solidFill>
                  <a:srgbClr val="000000"/>
                </a:solidFill>
                <a:latin typeface="Verdana"/>
              </a:rPr>
              <a:t> </a:t>
            </a:r>
            <a:r>
              <a:rPr b="0" lang="en-IN" sz="2450" spc="24" strike="noStrike">
                <a:solidFill>
                  <a:srgbClr val="000000"/>
                </a:solidFill>
                <a:latin typeface="Verdana"/>
              </a:rPr>
              <a:t>ensure</a:t>
            </a:r>
            <a:r>
              <a:rPr b="0" lang="en-IN" sz="2450" spc="-211" strike="noStrike">
                <a:solidFill>
                  <a:srgbClr val="000000"/>
                </a:solidFill>
                <a:latin typeface="Verdana"/>
              </a:rPr>
              <a:t> </a:t>
            </a:r>
            <a:r>
              <a:rPr b="0" lang="en-IN" sz="2450" spc="24" strike="noStrike">
                <a:solidFill>
                  <a:srgbClr val="000000"/>
                </a:solidFill>
                <a:latin typeface="Verdana"/>
              </a:rPr>
              <a:t>their</a:t>
            </a:r>
            <a:r>
              <a:rPr b="0" lang="en-IN" sz="2450" spc="-211" strike="noStrike">
                <a:solidFill>
                  <a:srgbClr val="000000"/>
                </a:solidFill>
                <a:latin typeface="Verdana"/>
              </a:rPr>
              <a:t> </a:t>
            </a:r>
            <a:r>
              <a:rPr b="0" lang="en-IN" sz="2450" spc="-35" strike="noStrike">
                <a:solidFill>
                  <a:srgbClr val="000000"/>
                </a:solidFill>
                <a:latin typeface="Verdana"/>
              </a:rPr>
              <a:t>safety</a:t>
            </a:r>
            <a:r>
              <a:rPr b="0" lang="en-IN" sz="2450" spc="-205" strike="noStrike">
                <a:solidFill>
                  <a:srgbClr val="000000"/>
                </a:solidFill>
                <a:latin typeface="Verdana"/>
              </a:rPr>
              <a:t> </a:t>
            </a:r>
            <a:r>
              <a:rPr b="0" lang="en-IN" sz="2450" spc="83" strike="noStrike">
                <a:solidFill>
                  <a:srgbClr val="000000"/>
                </a:solidFill>
                <a:latin typeface="Verdana"/>
              </a:rPr>
              <a:t>and </a:t>
            </a:r>
            <a:r>
              <a:rPr b="0" lang="en-IN" sz="2450" spc="-851" strike="noStrike">
                <a:solidFill>
                  <a:srgbClr val="000000"/>
                </a:solidFill>
                <a:latin typeface="Verdana"/>
              </a:rPr>
              <a:t> </a:t>
            </a:r>
            <a:r>
              <a:rPr b="0" lang="en-IN" sz="2450" spc="32" strike="noStrike">
                <a:solidFill>
                  <a:srgbClr val="000000"/>
                </a:solidFill>
                <a:latin typeface="Verdana"/>
              </a:rPr>
              <a:t>e</a:t>
            </a:r>
            <a:r>
              <a:rPr b="0" lang="en-IN" sz="2450" spc="-26" strike="noStrike">
                <a:solidFill>
                  <a:srgbClr val="000000"/>
                </a:solidFill>
                <a:latin typeface="Verdana"/>
              </a:rPr>
              <a:t>f</a:t>
            </a:r>
            <a:r>
              <a:rPr b="0" lang="en-IN" sz="2450" spc="-52" strike="noStrike">
                <a:solidFill>
                  <a:srgbClr val="000000"/>
                </a:solidFill>
                <a:latin typeface="Verdana"/>
              </a:rPr>
              <a:t>f</a:t>
            </a:r>
            <a:r>
              <a:rPr b="0" lang="en-IN" sz="2450" spc="32" strike="noStrike">
                <a:solidFill>
                  <a:srgbClr val="000000"/>
                </a:solidFill>
                <a:latin typeface="Verdana"/>
              </a:rPr>
              <a:t>e</a:t>
            </a:r>
            <a:r>
              <a:rPr b="0" lang="en-IN" sz="2450" spc="123" strike="noStrike">
                <a:solidFill>
                  <a:srgbClr val="000000"/>
                </a:solidFill>
                <a:latin typeface="Verdana"/>
              </a:rPr>
              <a:t>c</a:t>
            </a:r>
            <a:r>
              <a:rPr b="0" lang="en-IN" sz="2450" spc="32" strike="noStrike">
                <a:solidFill>
                  <a:srgbClr val="000000"/>
                </a:solidFill>
                <a:latin typeface="Verdana"/>
              </a:rPr>
              <a:t>t</a:t>
            </a:r>
            <a:r>
              <a:rPr b="0" lang="en-IN" sz="2450" spc="-12" strike="noStrike">
                <a:solidFill>
                  <a:srgbClr val="000000"/>
                </a:solidFill>
                <a:latin typeface="Verdana"/>
              </a:rPr>
              <a:t>i</a:t>
            </a:r>
            <a:r>
              <a:rPr b="0" lang="en-IN" sz="2450" spc="-151" strike="noStrike">
                <a:solidFill>
                  <a:srgbClr val="000000"/>
                </a:solidFill>
                <a:latin typeface="Verdana"/>
              </a:rPr>
              <a:t>v</a:t>
            </a:r>
            <a:r>
              <a:rPr b="0" lang="en-IN" sz="2450" spc="32" strike="noStrike">
                <a:solidFill>
                  <a:srgbClr val="000000"/>
                </a:solidFill>
                <a:latin typeface="Verdana"/>
              </a:rPr>
              <a:t>e</a:t>
            </a:r>
            <a:r>
              <a:rPr b="0" lang="en-IN" sz="2450" spc="123" strike="noStrike">
                <a:solidFill>
                  <a:srgbClr val="000000"/>
                </a:solidFill>
                <a:latin typeface="Verdana"/>
              </a:rPr>
              <a:t>n</a:t>
            </a:r>
            <a:r>
              <a:rPr b="0" lang="en-IN" sz="2450" spc="32" strike="noStrike">
                <a:solidFill>
                  <a:srgbClr val="000000"/>
                </a:solidFill>
                <a:latin typeface="Verdana"/>
              </a:rPr>
              <a:t>e</a:t>
            </a:r>
            <a:r>
              <a:rPr b="0" lang="en-IN" sz="2450" spc="-72" strike="noStrike">
                <a:solidFill>
                  <a:srgbClr val="000000"/>
                </a:solidFill>
                <a:latin typeface="Verdana"/>
              </a:rPr>
              <a:t>ss</a:t>
            </a:r>
            <a:r>
              <a:rPr b="0" lang="en-IN" sz="2450" spc="-216" strike="noStrike">
                <a:solidFill>
                  <a:srgbClr val="000000"/>
                </a:solidFill>
                <a:latin typeface="Verdana"/>
              </a:rPr>
              <a:t> </a:t>
            </a:r>
            <a:r>
              <a:rPr b="0" lang="en-IN" sz="2450" spc="-12" strike="noStrike">
                <a:solidFill>
                  <a:srgbClr val="000000"/>
                </a:solidFill>
                <a:latin typeface="Verdana"/>
              </a:rPr>
              <a:t>i</a:t>
            </a:r>
            <a:r>
              <a:rPr b="0" lang="en-IN" sz="2450" spc="123" strike="noStrike">
                <a:solidFill>
                  <a:srgbClr val="000000"/>
                </a:solidFill>
                <a:latin typeface="Verdana"/>
              </a:rPr>
              <a:t>n</a:t>
            </a:r>
            <a:r>
              <a:rPr b="0" lang="en-IN" sz="2450" spc="-216" strike="noStrike">
                <a:solidFill>
                  <a:srgbClr val="000000"/>
                </a:solidFill>
                <a:latin typeface="Verdana"/>
              </a:rPr>
              <a:t> </a:t>
            </a:r>
            <a:r>
              <a:rPr b="0" lang="en-IN" sz="2450" spc="94" strike="noStrike">
                <a:solidFill>
                  <a:srgbClr val="000000"/>
                </a:solidFill>
                <a:latin typeface="Verdana"/>
              </a:rPr>
              <a:t>c</a:t>
            </a:r>
            <a:r>
              <a:rPr b="0" lang="en-IN" sz="2450" spc="-12" strike="noStrike">
                <a:solidFill>
                  <a:srgbClr val="000000"/>
                </a:solidFill>
                <a:latin typeface="Verdana"/>
              </a:rPr>
              <a:t>li</a:t>
            </a:r>
            <a:r>
              <a:rPr b="0" lang="en-IN" sz="2450" spc="123" strike="noStrike">
                <a:solidFill>
                  <a:srgbClr val="000000"/>
                </a:solidFill>
                <a:latin typeface="Verdana"/>
              </a:rPr>
              <a:t>n</a:t>
            </a:r>
            <a:r>
              <a:rPr b="0" lang="en-IN" sz="2450" spc="-12" strike="noStrike">
                <a:solidFill>
                  <a:srgbClr val="000000"/>
                </a:solidFill>
                <a:latin typeface="Verdana"/>
              </a:rPr>
              <a:t>i</a:t>
            </a:r>
            <a:r>
              <a:rPr b="0" lang="en-IN" sz="2450" spc="111" strike="noStrike">
                <a:solidFill>
                  <a:srgbClr val="000000"/>
                </a:solidFill>
                <a:latin typeface="Verdana"/>
              </a:rPr>
              <a:t>c</a:t>
            </a:r>
            <a:r>
              <a:rPr b="0" lang="en-IN" sz="2450" spc="-15" strike="noStrike">
                <a:solidFill>
                  <a:srgbClr val="000000"/>
                </a:solidFill>
                <a:latin typeface="Verdana"/>
              </a:rPr>
              <a:t>a</a:t>
            </a:r>
            <a:r>
              <a:rPr b="0" lang="en-IN" sz="2450" spc="-12" strike="noStrike">
                <a:solidFill>
                  <a:srgbClr val="000000"/>
                </a:solidFill>
                <a:latin typeface="Verdana"/>
              </a:rPr>
              <a:t>l</a:t>
            </a:r>
            <a:r>
              <a:rPr b="0" lang="en-IN" sz="2450" spc="-216" strike="noStrike">
                <a:solidFill>
                  <a:srgbClr val="000000"/>
                </a:solidFill>
                <a:latin typeface="Verdana"/>
              </a:rPr>
              <a:t> </a:t>
            </a:r>
            <a:r>
              <a:rPr b="0" lang="en-IN" sz="2450" spc="148" strike="noStrike">
                <a:solidFill>
                  <a:srgbClr val="000000"/>
                </a:solidFill>
                <a:latin typeface="Verdana"/>
              </a:rPr>
              <a:t>p</a:t>
            </a:r>
            <a:r>
              <a:rPr b="0" lang="en-IN" sz="2450" spc="-80" strike="noStrike">
                <a:solidFill>
                  <a:srgbClr val="000000"/>
                </a:solidFill>
                <a:latin typeface="Verdana"/>
              </a:rPr>
              <a:t>r</a:t>
            </a:r>
            <a:r>
              <a:rPr b="0" lang="en-IN" sz="2450" spc="-12" strike="noStrike">
                <a:solidFill>
                  <a:srgbClr val="000000"/>
                </a:solidFill>
                <a:latin typeface="Verdana"/>
              </a:rPr>
              <a:t>a</a:t>
            </a:r>
            <a:r>
              <a:rPr b="0" lang="en-IN" sz="2450" spc="123" strike="noStrike">
                <a:solidFill>
                  <a:srgbClr val="000000"/>
                </a:solidFill>
                <a:latin typeface="Verdana"/>
              </a:rPr>
              <a:t>c</a:t>
            </a:r>
            <a:r>
              <a:rPr b="0" lang="en-IN" sz="2450" spc="32" strike="noStrike">
                <a:solidFill>
                  <a:srgbClr val="000000"/>
                </a:solidFill>
                <a:latin typeface="Verdana"/>
              </a:rPr>
              <a:t>t</a:t>
            </a:r>
            <a:r>
              <a:rPr b="0" lang="en-IN" sz="2450" spc="-12" strike="noStrike">
                <a:solidFill>
                  <a:srgbClr val="000000"/>
                </a:solidFill>
                <a:latin typeface="Verdana"/>
              </a:rPr>
              <a:t>i</a:t>
            </a:r>
            <a:r>
              <a:rPr b="0" lang="en-IN" sz="2450" spc="89" strike="noStrike">
                <a:solidFill>
                  <a:srgbClr val="000000"/>
                </a:solidFill>
                <a:latin typeface="Verdana"/>
              </a:rPr>
              <a:t>c</a:t>
            </a:r>
            <a:r>
              <a:rPr b="0" lang="en-IN" sz="2450" spc="32" strike="noStrike">
                <a:solidFill>
                  <a:srgbClr val="000000"/>
                </a:solidFill>
                <a:latin typeface="Verdana"/>
              </a:rPr>
              <a:t>e</a:t>
            </a:r>
            <a:r>
              <a:rPr b="0" lang="en-IN" sz="2450" spc="-372" strike="noStrike">
                <a:solidFill>
                  <a:srgbClr val="000000"/>
                </a:solidFill>
                <a:latin typeface="Verdana"/>
              </a:rPr>
              <a:t>.</a:t>
            </a:r>
            <a:endParaRPr b="0" lang="en-IN" sz="2450" spc="-1" strike="noStrike">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LibreOffice/7.3.7.2$Linux_X86_64 LibreOffice_project/e114eadc50a9ff8d8c8a0567d6da8f454beeb84f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2023-09-12T15:34:53Z</dcterms:created>
  <dc:creator/>
  <dc:description/>
  <dc:language>en-IN</dc:language>
  <cp:lastModifiedBy/>
  <dcterms:modified xsi:type="dcterms:W3CDTF">2023-09-12T22:10:36Z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